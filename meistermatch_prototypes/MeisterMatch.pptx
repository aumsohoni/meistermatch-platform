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oboto Medium"/>
      <p:regular r:id="rId12"/>
    </p:embeddedFont>
    <p:embeddedFont>
      <p:font typeface="Roboto Medium"/>
      <p:regular r:id="rId13"/>
    </p:embeddedFont>
    <p:embeddedFont>
      <p:font typeface="Roboto Medium"/>
      <p:regular r:id="rId14"/>
    </p:embeddedFont>
    <p:embeddedFont>
      <p:font typeface="Roboto Medium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183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MeisterMatch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672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Swipe Right for the Perfect Fix – Connect with Vetted Skilled Workers in Under 2 Hours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482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Riga's gig economy, one swipe at a time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96566"/>
            <a:ext cx="1752957" cy="426244"/>
          </a:xfrm>
          <a:prstGeom prst="roundRect">
            <a:avLst>
              <a:gd name="adj" fmla="val 17880"/>
            </a:avLst>
          </a:prstGeom>
          <a:solidFill>
            <a:srgbClr val="0F16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21896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64550"/>
            <a:ext cx="12086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13535"/>
            <a:ext cx="6318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Riga Has a Service Crisis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889290"/>
            <a:ext cx="3347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Residents Face Daily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47043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Waiting days or weeks for urgent repairs – pipes burst, heaters fail, locks break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27553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No-shows from ss.lv contractors who ghost after initial contact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08063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Scams and unreliable workers with no verification or ratings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8857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Winter emergencies: snow removal needs immediate response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6908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Language barriers complicate finding trustworthy help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2889290"/>
            <a:ext cx="3617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Meisters Struggle With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99521" y="34704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Inconsistent gig flow – feast or famine scheduling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599521" y="39126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Competing on price-only platforms like ss.lv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599521" y="43548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reputation system to showcase quality work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599521" y="47970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disputes and delayed compensation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599521" y="523922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Spending hours hunting for jobs instead of working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" y="1539716"/>
            <a:ext cx="5150168" cy="51501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957173" y="785217"/>
            <a:ext cx="1080968" cy="267891"/>
          </a:xfrm>
          <a:prstGeom prst="roundRect">
            <a:avLst>
              <a:gd name="adj" fmla="val 16873"/>
            </a:avLst>
          </a:prstGeom>
          <a:noFill/>
          <a:ln w="7620">
            <a:solidFill>
              <a:srgbClr val="5A6ED8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5398" y="865346"/>
            <a:ext cx="107513" cy="10751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06609" y="833080"/>
            <a:ext cx="743307" cy="172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5957173" y="1106805"/>
            <a:ext cx="3971092" cy="42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Swipe Away Your Stresses</a:t>
            </a:r>
            <a:endParaRPr lang="en-US" sz="2600" dirty="0"/>
          </a:p>
        </p:txBody>
      </p:sp>
      <p:sp>
        <p:nvSpPr>
          <p:cNvPr id="8" name="Shape 3"/>
          <p:cNvSpPr/>
          <p:nvPr/>
        </p:nvSpPr>
        <p:spPr>
          <a:xfrm>
            <a:off x="5957173" y="1728907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6099215" y="1870948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0181" y="1981795"/>
            <a:ext cx="181570" cy="181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99215" y="2408873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Tinder-Style Matching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099215" y="2699623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your urgent job and swipe through vetted meisters with ratings, photos, and real-time availability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5957173" y="3191351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6099215" y="3333393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181" y="3444240"/>
            <a:ext cx="181570" cy="1815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99215" y="3871317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Under 2 Hours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099215" y="4162068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Matches happen in minutes – meisters arrive faster than ordering pizza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957173" y="4653796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099215" y="4795838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0181" y="4906685"/>
            <a:ext cx="181570" cy="18157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99215" y="5333762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Fully Vetted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6099215" y="5624513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 verification, background checks, and 4.8+ star ratings ensure quality and trust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5957173" y="6116241"/>
            <a:ext cx="8202454" cy="1328023"/>
          </a:xfrm>
          <a:prstGeom prst="roundRect">
            <a:avLst>
              <a:gd name="adj" fmla="val 425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099215" y="6258282"/>
            <a:ext cx="403503" cy="403503"/>
          </a:xfrm>
          <a:prstGeom prst="roundRect">
            <a:avLst>
              <a:gd name="adj" fmla="val 22659275"/>
            </a:avLst>
          </a:prstGeom>
          <a:solidFill>
            <a:srgbClr val="5A6ED8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0181" y="6369129"/>
            <a:ext cx="181570" cy="18157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099215" y="6796207"/>
            <a:ext cx="168152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Hyper-Local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099215" y="7086957"/>
            <a:ext cx="7918371" cy="215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for Riga neighborhoods with LV/RU/EN support and winter emergency badges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3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Why We Win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17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MeisterMatch outperforms legacy platforms on speed, trust, and user experience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39841"/>
            <a:ext cx="13042821" cy="4930378"/>
          </a:xfrm>
          <a:prstGeom prst="roundRect">
            <a:avLst>
              <a:gd name="adj" fmla="val 19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54746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269117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269117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MeisterMatch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2691170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ss.lv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269117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GetaPro / Facebook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19778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334148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Time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334148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Under 2 hours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334148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2-5 days (or ghosting)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334148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1-2 days (unreliable)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384810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399180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399180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 + background checks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399180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None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399180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Self-reported only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49841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46421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Ratings &amp; Reviews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46421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4.8+ stars required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464212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system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464212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Inconsistent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14873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462" y="52924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9108" y="529244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Secure in-app escrow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45943" y="529244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Cash only (disputes)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802779" y="529244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Direct (no protection)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801410" y="5799058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28462" y="594276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Focus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4289108" y="5942767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Riga neighborhoods + winter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545943" y="594276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Generic Latvia-wide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802779" y="594276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Not gig-specific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801410" y="681228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28462" y="695598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Mobile-First UX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4289108" y="695598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Swipe-to-match magic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7545943" y="695598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Desktop relic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0802779" y="695598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Clunky groups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6184" y="393621"/>
            <a:ext cx="3564374" cy="44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Our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806184" y="1124307"/>
            <a:ext cx="901803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06184" y="1641038"/>
            <a:ext cx="152542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895" y="1673185"/>
            <a:ext cx="5271730" cy="5271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3908" y="1641038"/>
            <a:ext cx="1525429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806184" y="7265670"/>
            <a:ext cx="9018032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passionate Computer Systems students at Riga Technical University, dedicated to leveraging our technical expertise to develop innovative, mission-driven solutions that address real-world challenges.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2026-01-21T21:50:52Z</dcterms:created>
  <dcterms:modified xsi:type="dcterms:W3CDTF">2026-01-21T21:50:52Z</dcterms:modified>
</cp:coreProperties>
</file>