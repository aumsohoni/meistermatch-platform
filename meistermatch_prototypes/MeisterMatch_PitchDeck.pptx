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2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3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notesSlides/notesSlide4.xml" ContentType="application/vnd.openxmlformats-officedocument.presentationml.notesSlide+xml"/>
  <Override PartName="/ppt/ink/ink22.xml" ContentType="application/inkml+xml"/>
  <Override PartName="/ppt/ink/ink23.xml" ContentType="application/inkml+xml"/>
  <Override PartName="/ppt/ink/ink24.xml" ContentType="application/inkml+xml"/>
  <Override PartName="/ppt/notesSlides/notesSlide5.xml" ContentType="application/vnd.openxmlformats-officedocument.presentationml.notesSlide+xml"/>
  <Override PartName="/ppt/ink/ink25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4630400" cy="8229600"/>
  <p:notesSz cx="8229600" cy="14630400"/>
  <p:embeddedFontLst>
    <p:embeddedFont>
      <p:font typeface="Roboto" panose="02000000000000000000" pitchFamily="2" charset="0"/>
      <p:regular r:id="rId8"/>
      <p:bold r:id="rId9"/>
      <p:italic r:id="rId10"/>
      <p:boldItalic r:id="rId11"/>
    </p:embeddedFont>
    <p:embeddedFont>
      <p:font typeface="Roboto Medium" panose="02000000000000000000" pitchFamily="2" charset="0"/>
      <p:regular r:id="rId12"/>
      <p:italic r:id="rId13"/>
    </p:embeddedFont>
    <p:embeddedFont>
      <p:font typeface="Segoe UI Variable Display Semib"/>
      <p:bold r:id="rId14"/>
    </p:embeddedFont>
  </p:embeddedFontLst>
  <p:defaultTextStyle>
    <a:defPPr>
      <a:defRPr lang="en-150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EE7A8B-1C1F-62CC-5C98-B6C90EB8C602}" v="35" dt="2026-01-21T22:26:25.873"/>
    <p1510:client id="{EEC36A98-B6ED-4E15-BD3A-3AA0A3CE555D}" v="14" dt="2026-01-21T22:15:39.4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82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3.fntdata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1T22:02:05.214"/>
    </inkml:context>
    <inkml:brush xml:id="br0">
      <inkml:brushProperty name="width" value="0.3" units="cm"/>
      <inkml:brushProperty name="height" value="0.6" units="cm"/>
      <inkml:brushProperty name="color" value="#0C0A33"/>
      <inkml:brushProperty name="tip" value="rectangle"/>
      <inkml:brushProperty name="rasterOp" value="maskPen"/>
      <inkml:brushProperty name="ignorePressure" value="1"/>
    </inkml:brush>
  </inkml:definitions>
  <inkml:trace contextRef="#ctx0" brushRef="#br0">161 470,'472'0,"-465"0,1 0,-1 0,1-1,-1 0,1-1,-1 0,1 0,-1 0,0-1,9-5,-13 6,0 0,-1 0,1 0,-1 0,1 0,-1-1,0 1,0-1,0 0,0 1,-1-1,1 0,-1 0,0 0,1 0,-1-1,-1 1,1 0,0 0,-1-1,0 1,1 0,-1 0,-1-1,1 1,-1-4,0-1,-1-1,0 1,-1-1,0 1,0 0,0 0,-1 0,-1 0,1 1,-1 0,0 0,-1 0,0 0,-8-7,-9-5,-1 1,-48-29,6 6,54 33,0 1,-1 0,0 1,0 0,-1 1,0 0,0 1,0 1,-14-1,-99-25,89 19,-2 1,1 2,-49-3,80 10,-9 0,15 0,8 2,76 12,0-4,145 0,-181-11,-21 0,-1 0,1 2,-1 1,1 1,26 6,-20-1,0-2,0-2,43 2,100-7,-69-2,2049 2,-1098 2,-1046 0,0-1,0 2,0-1,0 1,-1 1,1 0,-1 0,1 1,-1 0,0 0,12 9,8 2,-21-11,0 0,0 0,0 1,-1 0,13 11,-18-14,0 0,0 1,-1-1,1 0,-1 1,0-1,1 1,-1-1,0 1,-1-1,1 1,0 0,-1 0,1-1,-1 1,0 0,0 0,0 0,0-1,-1 1,1 0,-1-1,-1 6,-4 4,0-1,0 0,-1-1,0 1,-1-1,0-1,-1 1,0-2,-11 10,-13 14,24-22,0-1,-1 1,0-2,-1 1,0-1,0-1,0 0,-1-1,0 0,-1-1,1 0,-1-1,-23 5,-23 3,-1-3,-89 3,50-11,-133-5,161-10,16 2,-158-30,195 38,-1 0,1-2,-26-11,26 10,0 0,-1 1,-26-5,-33 5,56 6,0-1,0-2,-22-5,7 1,-71-6,1 1,-2-1,-1 4,-157 9,109 3,-1012-3,1127 3,0 1,1 3,-70 20,33-7,69-18,-45 13,51-14,1 0,0 0,0 1,0-1,0 1,0 0,0 0,0 0,0 0,1 1,-1-1,-3 5,6-6,-1-1,1 0,0 1,0-1,0 1,-1-1,1 0,0 1,0-1,0 1,0-1,0 0,0 1,0-1,0 1,0-1,0 0,0 1,0-1,0 1,0-1,0 0,1 1,-1-1,0 1,0-1,0 0,1 1,-1-1,0 0,0 1,1-1,-1 0,1 1,18 7,23-3,-40-5,45 2,-14-1,56 9,49 6,-67-10,8 9,-58-9,1-2,25 3,18-4,102-7,-141 0,43-12,-27 5,91-24,-78 22,-33 7,0 0,45-3,355 7,-208 4,186-2,-371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1T22:02:33.489"/>
    </inkml:context>
    <inkml:brush xml:id="br0">
      <inkml:brushProperty name="width" value="0.3" units="cm"/>
      <inkml:brushProperty name="height" value="0.6" units="cm"/>
      <inkml:brushProperty name="color" value="#03030D"/>
      <inkml:brushProperty name="tip" value="rectangle"/>
      <inkml:brushProperty name="rasterOp" value="maskPen"/>
      <inkml:brushProperty name="ignorePressure" value="1"/>
    </inkml:brush>
  </inkml:definitions>
  <inkml:trace contextRef="#ctx0" brushRef="#br0">656 573,'1178'0,"-1144"-2,-1-1,1-2,-1-2,50-15,-39 10,-17 6,1 1,0 2,49 0,-3 0,-51 0,-1-1,0-1,0-2,26-10,14-4,-59 20,0 0,0 0,0 0,-1 0,1-1,0 1,-1-1,1 1,-1-1,0 0,1 0,2-4,-4 5,-1 0,1 0,-1 0,0 0,1 0,-1-1,0 1,1 0,-1 0,0 0,0-1,0 1,0 0,0 0,-1 0,1-1,0 1,0 0,-1 0,1 0,-1 0,1 0,-1-1,1 1,-1 0,0 0,1 0,-1 1,0-1,0 0,0 0,0 0,0 0,-2 0,-8-7,-1 0,0 1,0 0,-1 1,1 1,-1 0,-1 1,-13-3,-5-3,-67-19,-1 3,-1 5,-1 5,-1 4,-158 1,-887 16,667-7,597 2,482 4,-1 26,181 66,-707-84,-18-1,91 4,226-14,-165-3,-199 2,31 2,-35-2,-1 0,1 0,0 0,-1 0,1 1,-1-1,1 1,-1-1,1 1,-1 0,0-1,1 1,-1 0,0 0,1 0,-1 0,2 2,-3-3,0 0,0 1,0-1,0 0,0 1,0-1,0 0,-1 1,1-1,0 1,0-1,0 0,0 0,0 1,-1-1,1 0,0 1,0-1,-1 0,1 0,0 1,0-1,-1 0,1 0,0 1,-1-1,1 0,0 0,-1 0,1 0,-13 9,1-2,-2 0,1 0,0-2,-22 7,-81 17,81-21,-817 163,781-158,-150 44,35-7,128-35,31-8,-51 7,34-8,-82 24,81-18,-58 9,216-24,40-1,18-22,62-6,-126 27,-33 3,1-4,81-16,42-13,39-10,29 0,-105 22,-83 11,107 0,80 14,-93 0,1015-2,-1153 3,-21 1,-14-4,1 1,0-1,0 0,0 1,0-1,0 0,-1 1,1-1,0 0,0 0,0 1,-1-1,1 0,0 0,0 1,-1-1,1 0,0 0,-1 0,1 1,0-1,-1 0,1 0,0 0,-1 0,1 0,0 0,-1 0,1 0,0 0,-1 0,1 0,-1 0,-22 6,-1-1,0-2,-32 2,0-1,-167 18,-229 27,168-21,204-12,59-10,0-2,-29 3,9-6,33-1,29-1,154-16,-52 2,-39 10,-26 2,102-19,-65-1,-35 8,0 2,0 2,81-3,-85 15,-29 0,-1-1,0-1,0-2,26-5,-7-3,0-2,-1-2,69-34,-96 43,-1-1,1 2,1 0,-1 1,0 1,28-1,-85-6,-55-23,73 23,2-1,-37-25,35 21,-42-22,-62-31,92 47,-1 2,0 1,-46-15,-121-31,-273-50,395 105,-1 4,-116 6,65 2,-696-3,798 2,-1 2,1 1,1 2,-45 14,23-5,-107 28,151-43,-4 1,1 0,-1 1,1 0,-1 0,1 2,-11 5,21-10,0 0,-1 0,1 0,0 1,0-1,0 0,-1 0,1 0,0 0,0 1,0-1,0 0,0 0,0 0,-1 1,1-1,0 0,0 0,0 1,0-1,0 0,0 0,0 1,0-1,0 0,0 0,0 1,0-1,0 0,0 0,0 1,0-1,0 0,1 0,-1 1,0-1,0 0,0 0,0 0,1 1,11 7,18 2,235 21,-229-28,783 11,-508-17,319 3,-611-1,0-1,-1-1,25-6,35-6,-40 10,0-2,50-17,-56 15,0 0,1 2,65-5,-68 11,1-2,54-12,-4 4,-64 9,0 0,0 0,0-2,0 0,-1-1,23-10,-26 9,-1 1,1 0,-1 1,1 0,25-3,-12 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1T22:03:41.217"/>
    </inkml:context>
    <inkml:brush xml:id="br0">
      <inkml:brushProperty name="width" value="0.3" units="cm"/>
      <inkml:brushProperty name="height" value="0.6" units="cm"/>
      <inkml:brushProperty name="color" value="#010017"/>
      <inkml:brushProperty name="tip" value="rectangle"/>
      <inkml:brushProperty name="rasterOp" value="maskPen"/>
      <inkml:brushProperty name="ignorePressure" value="1"/>
    </inkml:brush>
  </inkml:definitions>
  <inkml:trace contextRef="#ctx0" brushRef="#br0">3145 69,'-518'-31,"132"2,-748 20,667 12,408 0,1 4,-104 23,63-9,64-14,-56 18,80-21,1 0,-1 0,1 1,0 1,1 0,-1 0,1 1,0 0,-10 10,16-13,0-1,0 1,1 0,0 0,-1 0,1 0,1 0,-1 1,1-1,-1 1,1-1,0 1,1-1,-1 1,1-1,0 1,0 0,0-1,1 1,0-1,0 1,0-1,0 1,1-1,-1 0,1 0,0 1,1-1,-1 0,1-1,-1 1,1 0,0-1,1 0,-1 0,0 0,1 0,0 0,0 0,0-1,7 4,12 4,52 26,133 44,-88-37,-77-26,65 17,276 41,-280-64,-1-5,113-9,-57 0,-38 5,132-4,-210-4,0-2,-1-1,51-19,-54 15,0 2,1 1,64-6,-148 10,-716-38,707 42,-1146-12,979 14,474-13,36-5,-165 14,-62-2,89-20,43-4,35 23,22-2,757-13,-682 24,-147 0,199-5,-101-30,-185 18,153-5,60 1,-226 9,-1-5,88-27,13-2,-326 42,-268 1,-211 4,423 13,10-1,142-13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1T22:03:45.494"/>
    </inkml:context>
    <inkml:brush xml:id="br0">
      <inkml:brushProperty name="width" value="0.3" units="cm"/>
      <inkml:brushProperty name="height" value="0.6" units="cm"/>
      <inkml:brushProperty name="color" value="#010017"/>
      <inkml:brushProperty name="tip" value="rectangle"/>
      <inkml:brushProperty name="rasterOp" value="maskPen"/>
      <inkml:brushProperty name="ignorePressure" value="1"/>
    </inkml:brush>
  </inkml:definitions>
  <inkml:trace contextRef="#ctx0" brushRef="#br0">6468 2086,'41'-7,"-15"1,187-37,256-85,-436 118,0-2,-1-1,-1-2,55-33,-83 45,1-1,-1 1,1-1,-1 1,0-1,0 0,0 0,-1-1,0 1,1 0,-2-1,1 1,0-1,-1 0,0 1,0-1,0 0,-1 0,1 0,-2-5,1-11,-2-1,0 1,-7-26,-12-27,-3 0,-59-126,62 153,-12-27,-4 1,-3 2,-3 2,-2 2,-4 2,-2 2,-4 2,-1 3,-4 3,-123-90,99 90,-2 4,-3 4,-2 4,-1 4,-2 4,-2 4,-1 5,-1 3,0 5,-144-8,95 19,-278 22,373-7,1 2,0 2,1 3,0 2,-87 42,42-7,-157 113,-46 47,103-96,87-56,52-31,-106 39,4-3,56-17,-150 46,188-75,-2-3,1-3,-115 9,22-10,-50 2,165-14,0-2,0-1,-43-11,-518-154,14-56,440 159,-176-105,251 129,-68-44,136 78,8 5,22 8,96 57,-55-28,668 302,-534-252,963 354,-1071-410,340 93,-316-96,182 68,-217-66,2-4,114 20,170 4,188-36,-342-14,88-15,-19 0,776 16,-500 3,-28 15,-48 0,-358-16,361-4,-395-2,134-28,79-40,-224 54,-28 7,57-21,-47 15,-34 13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1T22:03:45.849"/>
    </inkml:context>
    <inkml:brush xml:id="br0">
      <inkml:brushProperty name="width" value="0.3" units="cm"/>
      <inkml:brushProperty name="height" value="0.6" units="cm"/>
      <inkml:brushProperty name="color" value="#0100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1T22:04:00.991"/>
    </inkml:context>
    <inkml:brush xml:id="br0">
      <inkml:brushProperty name="width" value="0.3" units="cm"/>
      <inkml:brushProperty name="height" value="0.6" units="cm"/>
      <inkml:brushProperty name="color" value="#0100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1,'7'1,"0"0,0 1,0 0,-1 0,1 0,-1 1,1 0,6 5,17 7,15-1,-1-1,53 7,31 8,-97-21,0-1,0-1,40 0,96-6,-68-1,1957 2,-2008-3,0-2,91-21,-86 14,104-10,-124 19,48-11,-50 8,60-5,-58 10,201 4,-216 0,-1 0,0 1,0 2,28 11,-30-11,1 0,-1 0,1-2,1 0,25 3,-25-5,0 1,1 0,-1 2,0 0,24 11,13 4,-36-16,1 0,0-1,0 0,32-2,-29 0,0 0,-1 1,28 6,4 4,-28-8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22:04:06.947"/>
    </inkml:context>
    <inkml:brush xml:id="br0">
      <inkml:brushProperty name="width" value="0.3" units="cm"/>
      <inkml:brushProperty name="height" value="0.6" units="cm"/>
      <inkml:brushProperty name="color" value="#0100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0 335 0,'4645'-334'0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22:04:14.076"/>
    </inkml:context>
    <inkml:brush xml:id="br0">
      <inkml:brushProperty name="width" value="0.3" units="cm"/>
      <inkml:brushProperty name="height" value="0.6" units="cm"/>
      <inkml:brushProperty name="color" value="#010017"/>
      <inkml:brushProperty name="tip" value="rectangle"/>
      <inkml:brushProperty name="rasterOp" value="maskPen"/>
      <inkml:brushProperty name="ignorePressure" value="1"/>
    </inkml:brush>
  </inkml:definitions>
  <inkml:trace contextRef="#ctx0" brushRef="#br0">2842 0 0,'-2842'0'0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1T22:04:16.936"/>
    </inkml:context>
    <inkml:brush xml:id="br0">
      <inkml:brushProperty name="width" value="0.3" units="cm"/>
      <inkml:brushProperty name="height" value="0.6" units="cm"/>
      <inkml:brushProperty name="color" value="#010017"/>
      <inkml:brushProperty name="tip" value="rectangle"/>
      <inkml:brushProperty name="rasterOp" value="maskPen"/>
      <inkml:brushProperty name="ignorePressure" value="1"/>
    </inkml:brush>
  </inkml:definitions>
  <inkml:trace contextRef="#ctx0" brushRef="#br0">1574 0,'-18'16,"-1"-2,-1 0,0-1,0-1,-37 15,46-21,-4 1,-3 3,0-1,0-1,0-1,-1 0,0-1,-1-1,1-2,-22 3,-321-6,156-2,186 2,4 1,1-1,-1-1,0 0,0-1,1 0,-1-2,-21-6,3-5,-112-40,121 50,0 0,-46-2,-14-2,43 3,2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22:04:35.427"/>
    </inkml:context>
    <inkml:brush xml:id="br0">
      <inkml:brushProperty name="width" value="0.3" units="cm"/>
      <inkml:brushProperty name="height" value="0.6" units="cm"/>
      <inkml:brushProperty name="color" value="#0100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0,'0'602'0,"5123"-602"0,-5123-602 0,-5123 602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3" units="cm"/>
      <inkml:brushProperty name="height" value="0.6" units="cm"/>
      <inkml:brushProperty name="color" value="#0069AF"/>
      <inkml:brushProperty name="tip" value="rectangle"/>
      <inkml:brushProperty name="rasterOp" value="maskPen"/>
    </inkml:brush>
  </inkml:definitions>
  <inkml:trace contextRef="#ctx0" brushRef="#br0">16372 7572 16383 0 0,'13'0'0'0'0,"17"0"0"0"0,15 0 0 0 0,20 0 0 0 0,12 0 0 0 0,5 7 0 0 0,1 1 0 0 0,-1 0 0 0 0,5 5 0 0 0,1 0 0 0 0,-9-2 0 0 0,-11 3 0 0 0,-5 0 0 0 0,-6-3 0 0 0,-7-3 0 0 0,0-3 0 0 0,6-3 0 0 0,-1-1 0 0 0,-4-1 0 0 0,-4 0 0 0 0,-3-1 0 0 0,-4 1 0 0 0,-1-1 0 0 0,-2 1 0 0 0,6-1 0 0 0,2 1 0 0 0,6 0 0 0 0,7 0 0 0 0,0 0 0 0 0,3 0 0 0 0,4 0 0 0 0,-3 0 0 0 0,-6 0 0 0 0,-6 0 0 0 0,-4 0 0 0 0,-5 0 0 0 0,-3 0 0 0 0,-1 0 0 0 0,-7 0 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3" units="cm"/>
      <inkml:brushProperty name="height" value="0.6" units="cm"/>
      <inkml:brushProperty name="color" value="#0069AF"/>
      <inkml:brushProperty name="tip" value="rectangle"/>
      <inkml:brushProperty name="rasterOp" value="maskPen"/>
    </inkml:brush>
  </inkml:definitions>
  <inkml:trace contextRef="#ctx0" brushRef="#br0">17600 7636 16383 0 0,'0'0'0'0'0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3" units="cm"/>
      <inkml:brushProperty name="height" value="0.6" units="cm"/>
      <inkml:brushProperty name="color" value="#0069AF"/>
      <inkml:brushProperty name="tip" value="rectangle"/>
      <inkml:brushProperty name="rasterOp" value="maskPen"/>
    </inkml:brush>
  </inkml:definitions>
  <inkml:trace contextRef="#ctx0" brushRef="#br0">17198 7530 16383 0 0,'0'0'0'0'0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3" units="cm"/>
      <inkml:brushProperty name="height" value="0.6" units="cm"/>
      <inkml:brushProperty name="color" value="#0069AF"/>
      <inkml:brushProperty name="tip" value="rectangle"/>
      <inkml:brushProperty name="rasterOp" value="maskPen"/>
    </inkml:brush>
  </inkml:definitions>
  <inkml:trace contextRef="#ctx0" brushRef="#br0">17198 7530 16383 0 0,'0'0'0'0'0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3" units="cm"/>
      <inkml:brushProperty name="height" value="0.6" units="cm"/>
      <inkml:brushProperty name="color" value="#0069AF"/>
      <inkml:brushProperty name="tip" value="rectangle"/>
      <inkml:brushProperty name="rasterOp" value="maskPen"/>
    </inkml:brush>
  </inkml:definitions>
  <inkml:trace contextRef="#ctx0" brushRef="#br0">17198 7530 16383 0 0,'0'0'0'0'0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3" units="cm"/>
      <inkml:brushProperty name="height" value="0.6" units="cm"/>
      <inkml:brushProperty name="color" value="#0069AF"/>
      <inkml:brushProperty name="tip" value="rectangle"/>
      <inkml:brushProperty name="rasterOp" value="maskPen"/>
    </inkml:brush>
  </inkml:definitions>
  <inkml:trace contextRef="#ctx0" brushRef="#br0">17198 7530 16383 0 0,'0'0'0'0'0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3" units="cm"/>
      <inkml:brushProperty name="height" value="0.6" units="cm"/>
      <inkml:brushProperty name="color" value="#0069AF"/>
      <inkml:brushProperty name="tip" value="rectangle"/>
      <inkml:brushProperty name="rasterOp" value="maskPen"/>
    </inkml:brush>
  </inkml:definitions>
  <inkml:trace contextRef="#ctx0" brushRef="#br0">17198 7530 16383 0 0,'0'0'0'0'0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3" units="cm"/>
      <inkml:brushProperty name="height" value="0.6" units="cm"/>
      <inkml:brushProperty name="color" value="#0069AF"/>
      <inkml:brushProperty name="tip" value="rectangle"/>
      <inkml:brushProperty name="rasterOp" value="maskPen"/>
    </inkml:brush>
  </inkml:definitions>
  <inkml:trace contextRef="#ctx0" brushRef="#br0">17198 7530 16383 0 0,'0'0'0'0'0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3" units="cm"/>
      <inkml:brushProperty name="height" value="0.6" units="cm"/>
      <inkml:brushProperty name="color" value="#0069AF"/>
      <inkml:brushProperty name="tip" value="rectangle"/>
      <inkml:brushProperty name="rasterOp" value="maskPen"/>
    </inkml:brush>
  </inkml:definitions>
  <inkml:trace contextRef="#ctx0" brushRef="#br0">17198 7530 16383 0 0,'0'0'0'0'0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3" units="cm"/>
      <inkml:brushProperty name="height" value="0.6" units="cm"/>
      <inkml:brushProperty name="color" value="#0069AF"/>
      <inkml:brushProperty name="tip" value="rectangle"/>
      <inkml:brushProperty name="rasterOp" value="maskPen"/>
    </inkml:brush>
  </inkml:definitions>
  <inkml:trace contextRef="#ctx0" brushRef="#br0">17939 5223 16383 0 0,'0'0'0'0'0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3" units="cm"/>
      <inkml:brushProperty name="height" value="0.6" units="cm"/>
      <inkml:brushProperty name="color" value="#0069AF"/>
      <inkml:brushProperty name="tip" value="rectangle"/>
      <inkml:brushProperty name="rasterOp" value="maskPen"/>
    </inkml:brush>
  </inkml:definitions>
  <inkml:trace contextRef="#ctx0" brushRef="#br0">16330 7848 16383 0 0,'0'0'0'0'0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1T22:08:59.741"/>
    </inkml:context>
    <inkml:brush xml:id="br0">
      <inkml:brushProperty name="width" value="0.3" units="cm"/>
      <inkml:brushProperty name="height" value="0.6" units="cm"/>
      <inkml:brushProperty name="color" value="#0100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0,'4346'0,"-4317"0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22:09:08.510"/>
    </inkml:context>
    <inkml:brush xml:id="br0">
      <inkml:brushProperty name="width" value="0.3" units="cm"/>
      <inkml:brushProperty name="height" value="0.6" units="cm"/>
      <inkml:brushProperty name="color" value="#0100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 0,'4178'66'0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1T22:09:13.827"/>
    </inkml:context>
    <inkml:brush xml:id="br0">
      <inkml:brushProperty name="width" value="0.3" units="cm"/>
      <inkml:brushProperty name="height" value="0.6" units="cm"/>
      <inkml:brushProperty name="color" value="#0100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1 198,'471'0,"-440"-2,1-1,37-9,-33 5,42-2,387 6,-241 5,1147-2,-1351 2,0 0,-1 0,23 8,41 4,321-8,-224-8,-144 1,-18 0,-1 0,0 2,1 0,-1 1,0 0,0 2,26 8,-19-3,0 0,1-1,0-1,0-2,0 0,1-2,34 1,-42-3,0 1,0 1,-1 1,0 0,0 2,17 6,-15-4,0-2,0 0,1-1,30 3,135-7,-101-2,-78 1,0 0,0 0,0-1,0 0,0 0,0 0,0-1,-1 0,7-2,-9 2,-1 0,1 0,-1 0,1 0,-1 0,0 0,0 0,0-1,0 1,0-1,-1 0,1 1,-1-1,0 0,0 0,0 0,0 0,0 0,0-5,3-24,-2 0,-2 0,0 0,-7-40,6 68,1 0,-1 0,0 0,0 0,-1 0,1 1,-1-1,1 0,-1 1,0 0,-4-6,-9-5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1T22:06:12.654"/>
    </inkml:context>
    <inkml:brush xml:id="br0">
      <inkml:brushProperty name="width" value="0.3" units="cm"/>
      <inkml:brushProperty name="height" value="0.6" units="cm"/>
      <inkml:brushProperty name="color" value="#010017"/>
      <inkml:brushProperty name="tip" value="rectangle"/>
      <inkml:brushProperty name="rasterOp" value="maskPen"/>
      <inkml:brushProperty name="ignorePressure" value="1"/>
    </inkml:brush>
  </inkml:definitions>
  <inkml:trace contextRef="#ctx0" brushRef="#br0">706 636,'530'15,"-215"-4,133 9,53 2,-5-35,-368 3,229-29,-67-2,-101 9,-129 20,98-9,4 20,-162 1,0 0,1 0,-1 0,0 0,0 0,0 0,0 0,0 0,0 0,0 0,1 0,-1 0,0 0,0 0,0 0,0 0,0 0,1 0,-1 0,0 0,0 0,0 0,0 0,0 0,0 0,0 0,1 0,-1 0,0 1,0-1,0 0,0 0,0 0,0 0,0 0,0 0,0 0,1 0,-1 1,0-1,0 0,0 0,0 0,0 0,0 0,0 0,0 0,0 1,0-1,0 0,0 0,0 0,0 0,0 0,0 1,-9 5,-16 6,-21-5,-1-1,1-2,-93-5,57-1,-2 2,-398-20,-334-119,173-26,249 48,153 51,218 61,-28-6,-80-5,13 3,9 1,-194 5,238 8,50-1,0 1,-1 1,1 0,1 1,-1 0,0 1,1 1,0 0,0 1,0 1,-19 12,6-2,1 1,1 1,0 2,2 0,0 2,2 0,-26 35,37-43,0 0,1 1,1 0,0 1,1 0,1 0,1 0,0 1,1 0,1 0,1 0,0 0,1 0,2 23,1-34,-1 0,1 1,1-1,-1-1,1 1,0 0,1-1,0 1,0-1,0 0,0-1,1 1,0-1,0 0,11 9,8 4,0-2,40 21,0-4,1-3,2-3,119 31,-134-44,6 3,0-3,1-2,0-3,61 1,-105-10,0 0,0-1,0-1,0-1,-1 0,1 0,-1-2,15-6,-23 8,0 0,0 0,0-1,0 0,-1 0,1-1,-1 1,-1-1,1-1,-1 1,1 0,-2-1,1 0,0 0,-1 0,0 0,-1-1,0 1,3-13,-3 13,-1 0,-1 0,1 0,-1 1,0-1,-1 0,0 0,1 0,-2 0,1 1,-1-1,0 0,-4-8,1 5,0 0,-1 1,0-1,0 1,-1 0,0 1,-9-8,-11-6,-1 2,0 0,-51-23,43 24,-1 2,0 1,-1 2,-1 2,0 1,0 2,-1 2,0 1,0 3,-1 1,-41 4,75-2,1 0,-1 1,1-1,0 1,0 0,0 1,0 0,0 0,0 0,1 1,0-1,-9 9,12-10,0 0,0 0,1 0,-1 0,1 0,-1 0,1 0,0 1,0-1,0 0,0 1,0-1,1 1,-1-1,1 1,-1-1,1 1,0 0,0-1,0 1,1-1,-1 1,0-1,1 1,0-1,-1 1,1-1,0 1,1-1,-1 0,0 0,0 1,1-1,2 2,1 2,0-2,0 1,1 0,0-1,0 0,0-1,0 1,0-1,1 0,0-1,-1 1,10 1,15 3,43 5,-59-11,53 6,-43-5,-1 0,0 1,0 2,38 12,170 64,-210-73,1-2,-1-1,1-1,42 3,94-9,-72 0,849 1,-914 3,0 0,-1 2,1 0,-1 2,28 10,-26-8,0-1,0-1,1-1,26 2,15-5,-37-3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3659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customXml" Target="../ink/ink5.xml"/><Relationship Id="rId3" Type="http://schemas.openxmlformats.org/officeDocument/2006/relationships/image" Target="../media/image3.png"/><Relationship Id="rId7" Type="http://schemas.openxmlformats.org/officeDocument/2006/relationships/customXml" Target="../ink/ink2.xml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0" Type="http://schemas.openxmlformats.org/officeDocument/2006/relationships/image" Target="../media/image7.png"/><Relationship Id="rId4" Type="http://schemas.openxmlformats.org/officeDocument/2006/relationships/image" Target="../media/image4.jpg"/><Relationship Id="rId9" Type="http://schemas.openxmlformats.org/officeDocument/2006/relationships/customXml" Target="../ink/ink3.xml"/><Relationship Id="rId1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6.png"/><Relationship Id="rId3" Type="http://schemas.openxmlformats.org/officeDocument/2006/relationships/image" Target="../media/image10.png"/><Relationship Id="rId7" Type="http://schemas.openxmlformats.org/officeDocument/2006/relationships/customXml" Target="../ink/ink7.xml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customXml" Target="../ink/ink9.xml"/><Relationship Id="rId5" Type="http://schemas.openxmlformats.org/officeDocument/2006/relationships/customXml" Target="../ink/ink6.xml"/><Relationship Id="rId10" Type="http://schemas.openxmlformats.org/officeDocument/2006/relationships/image" Target="../media/image14.png"/><Relationship Id="rId4" Type="http://schemas.openxmlformats.org/officeDocument/2006/relationships/image" Target="../media/image11.svg"/><Relationship Id="rId9" Type="http://schemas.openxmlformats.org/officeDocument/2006/relationships/customXml" Target="../ink/ink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27.png"/><Relationship Id="rId18" Type="http://schemas.openxmlformats.org/officeDocument/2006/relationships/image" Target="../media/image30.jpg"/><Relationship Id="rId26" Type="http://schemas.openxmlformats.org/officeDocument/2006/relationships/customXml" Target="../ink/ink15.xml"/><Relationship Id="rId3" Type="http://schemas.openxmlformats.org/officeDocument/2006/relationships/image" Target="../media/image17.png"/><Relationship Id="rId21" Type="http://schemas.openxmlformats.org/officeDocument/2006/relationships/image" Target="../media/image31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17" Type="http://schemas.openxmlformats.org/officeDocument/2006/relationships/image" Target="../media/image29.jpg"/><Relationship Id="rId25" Type="http://schemas.openxmlformats.org/officeDocument/2006/relationships/customXml" Target="../ink/ink14.xml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8.png"/><Relationship Id="rId20" Type="http://schemas.openxmlformats.org/officeDocument/2006/relationships/customXml" Target="../ink/ink11.xml"/><Relationship Id="rId29" Type="http://schemas.openxmlformats.org/officeDocument/2006/relationships/customXml" Target="../ink/ink1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24" Type="http://schemas.openxmlformats.org/officeDocument/2006/relationships/customXml" Target="../ink/ink13.xml"/><Relationship Id="rId32" Type="http://schemas.openxmlformats.org/officeDocument/2006/relationships/customXml" Target="../ink/ink21.xml"/><Relationship Id="rId5" Type="http://schemas.openxmlformats.org/officeDocument/2006/relationships/image" Target="../media/image19.png"/><Relationship Id="rId15" Type="http://schemas.openxmlformats.org/officeDocument/2006/relationships/customXml" Target="../ink/ink10.xml"/><Relationship Id="rId23" Type="http://schemas.openxmlformats.org/officeDocument/2006/relationships/image" Target="../media/image32.png"/><Relationship Id="rId28" Type="http://schemas.openxmlformats.org/officeDocument/2006/relationships/customXml" Target="../ink/ink17.xml"/><Relationship Id="rId10" Type="http://schemas.openxmlformats.org/officeDocument/2006/relationships/image" Target="../media/image24.svg"/><Relationship Id="rId19" Type="http://schemas.openxmlformats.org/officeDocument/2006/relationships/image" Target="../media/image16.png"/><Relationship Id="rId31" Type="http://schemas.openxmlformats.org/officeDocument/2006/relationships/customXml" Target="../ink/ink20.xml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svg"/><Relationship Id="rId22" Type="http://schemas.openxmlformats.org/officeDocument/2006/relationships/customXml" Target="../ink/ink12.xml"/><Relationship Id="rId27" Type="http://schemas.openxmlformats.org/officeDocument/2006/relationships/customXml" Target="../ink/ink16.xml"/><Relationship Id="rId30" Type="http://schemas.openxmlformats.org/officeDocument/2006/relationships/customXml" Target="../ink/ink1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0.png"/><Relationship Id="rId3" Type="http://schemas.openxmlformats.org/officeDocument/2006/relationships/customXml" Target="../ink/ink22.xml"/><Relationship Id="rId7" Type="http://schemas.openxmlformats.org/officeDocument/2006/relationships/customXml" Target="../ink/ink2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1.png"/><Relationship Id="rId5" Type="http://schemas.openxmlformats.org/officeDocument/2006/relationships/customXml" Target="../ink/ink23.xml"/><Relationship Id="rId4" Type="http://schemas.openxmlformats.org/officeDocument/2006/relationships/image" Target="../media/image30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3.png"/><Relationship Id="rId7" Type="http://schemas.openxmlformats.org/officeDocument/2006/relationships/image" Target="../media/image3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customXml" Target="../ink/ink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91834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MeisterMatch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96728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Swipe Right for the Perfect </a:t>
            </a:r>
            <a:r>
              <a:rPr lang="en-US" sz="175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Fix and Connect 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 Vetted Skilled Workers in Under 2 Hours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94823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Transforming Riga's gig economy, one swipe at a time</a:t>
            </a:r>
            <a:endParaRPr lang="en-US" sz="17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112160-6E0D-4488-2A36-53559811C4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1082841"/>
            <a:ext cx="5486401" cy="576874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71E8570-8A6D-61E4-515F-FDD182CE440A}"/>
                  </a:ext>
                </a:extLst>
              </p14:cNvPr>
              <p14:cNvContentPartPr/>
              <p14:nvPr/>
            </p14:nvContentPartPr>
            <p14:xfrm>
              <a:off x="12791823" y="7819465"/>
              <a:ext cx="1622520" cy="1832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71E8570-8A6D-61E4-515F-FDD182CE440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738183" y="7711825"/>
                <a:ext cx="1730160" cy="39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E245F23-DF1C-441E-9FD6-D07BE521E5AD}"/>
                  </a:ext>
                </a:extLst>
              </p14:cNvPr>
              <p14:cNvContentPartPr/>
              <p14:nvPr/>
            </p14:nvContentPartPr>
            <p14:xfrm>
              <a:off x="12625503" y="7794985"/>
              <a:ext cx="1834920" cy="3146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E245F23-DF1C-441E-9FD6-D07BE521E5A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571863" y="7687345"/>
                <a:ext cx="1942560" cy="53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00F2346-FFEA-F6B3-9582-8A53F3DF1523}"/>
                  </a:ext>
                </a:extLst>
              </p14:cNvPr>
              <p14:cNvContentPartPr/>
              <p14:nvPr/>
            </p14:nvContentPartPr>
            <p14:xfrm>
              <a:off x="12367383" y="7663225"/>
              <a:ext cx="1812600" cy="231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00F2346-FFEA-F6B3-9582-8A53F3DF152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313743" y="7555225"/>
                <a:ext cx="1920240" cy="44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A12EFB4-B82C-0D8C-D547-E428AE025204}"/>
                  </a:ext>
                </a:extLst>
              </p14:cNvPr>
              <p14:cNvContentPartPr/>
              <p14:nvPr/>
            </p14:nvContentPartPr>
            <p14:xfrm>
              <a:off x="10545063" y="7190185"/>
              <a:ext cx="3399840" cy="7509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A12EFB4-B82C-0D8C-D547-E428AE02520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491423" y="7082545"/>
                <a:ext cx="3507480" cy="9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6C74F96-125C-7391-4753-800EB4FC29EE}"/>
                  </a:ext>
                </a:extLst>
              </p14:cNvPr>
              <p14:cNvContentPartPr/>
              <p14:nvPr/>
            </p14:nvContentPartPr>
            <p14:xfrm>
              <a:off x="13956423" y="7748185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6C74F96-125C-7391-4753-800EB4FC29E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3902423" y="7640185"/>
                <a:ext cx="108000" cy="21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096566"/>
            <a:ext cx="1752957" cy="426244"/>
          </a:xfrm>
          <a:prstGeom prst="roundRect">
            <a:avLst>
              <a:gd name="adj" fmla="val 17880"/>
            </a:avLst>
          </a:prstGeom>
          <a:solidFill>
            <a:srgbClr val="0F163E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878" y="1218962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1164550"/>
            <a:ext cx="120860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613535"/>
            <a:ext cx="6318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Riga Has a Service Crisis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793790" y="2889290"/>
            <a:ext cx="33477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What Residents Face Daily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3470434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Waiting days or weeks for urgent repairs – pipes burst, heaters fail, locks break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4275534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No-shows from ss.lv contractors who ghost after initial contact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93790" y="5080635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Scams and unreliable workers with no verification or ratings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5885736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Winter emergencies: snow removal needs immediate response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93790" y="669083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Language barriers complicate finding trustworthy help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7599521" y="2889290"/>
            <a:ext cx="361771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What Meisters Struggle With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599521" y="347043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Inconsistent gig flow – feast or famine scheduling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7599521" y="391263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Competing on price-only platforms like ss.lv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7599521" y="435483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reputation system to showcase quality work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7599521" y="479702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Payment disputes and delayed compensation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7599521" y="523922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Spending hours hunting for jobs instead of working</a:t>
            </a:r>
            <a:endParaRPr lang="en-US" sz="17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BAD7941-95A7-CF54-7060-5CDAD1B9AA4D}"/>
                  </a:ext>
                </a:extLst>
              </p14:cNvPr>
              <p14:cNvContentPartPr/>
              <p14:nvPr/>
            </p14:nvContentPartPr>
            <p14:xfrm>
              <a:off x="12789303" y="7808305"/>
              <a:ext cx="1648440" cy="716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BAD7941-95A7-CF54-7060-5CDAD1B9AA4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735303" y="7700665"/>
                <a:ext cx="1756080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D9A2B09A-7730-4E48-0B8E-45FE7A1C135E}"/>
                  </a:ext>
                </a:extLst>
              </p14:cNvPr>
              <p14:cNvContentPartPr/>
              <p14:nvPr/>
            </p14:nvContentPartPr>
            <p14:xfrm>
              <a:off x="12765543" y="7904425"/>
              <a:ext cx="1672560" cy="1206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D9A2B09A-7730-4E48-0B8E-45FE7A1C135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711543" y="7796785"/>
                <a:ext cx="1780200" cy="3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C3E7F1AC-A689-BE34-2B51-7D7CA4CFD58A}"/>
                  </a:ext>
                </a:extLst>
              </p14:cNvPr>
              <p14:cNvContentPartPr/>
              <p14:nvPr/>
            </p14:nvContentPartPr>
            <p14:xfrm>
              <a:off x="13450983" y="8001265"/>
              <a:ext cx="1023480" cy="7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C3E7F1AC-A689-BE34-2B51-7D7CA4CFD58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396983" y="7785265"/>
                <a:ext cx="113112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F9DE51B4-07B5-0E23-4A96-2297377779AB}"/>
                  </a:ext>
                </a:extLst>
              </p14:cNvPr>
              <p14:cNvContentPartPr/>
              <p14:nvPr/>
            </p14:nvContentPartPr>
            <p14:xfrm>
              <a:off x="12944823" y="7988665"/>
              <a:ext cx="566640" cy="615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F9DE51B4-07B5-0E23-4A96-2297377779A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891183" y="7880665"/>
                <a:ext cx="674280" cy="277200"/>
              </a:xfrm>
              <a:prstGeom prst="rect">
                <a:avLst/>
              </a:prstGeom>
            </p:spPr>
          </p:pic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AE5D8B1D-55A9-F522-5A17-9F09F8EBF6D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084022" y="7621435"/>
            <a:ext cx="1514475" cy="5524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16" y="1539716"/>
            <a:ext cx="5150168" cy="515016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957173" y="785217"/>
            <a:ext cx="1080968" cy="267891"/>
          </a:xfrm>
          <a:prstGeom prst="roundRect">
            <a:avLst>
              <a:gd name="adj" fmla="val 16873"/>
            </a:avLst>
          </a:prstGeom>
          <a:noFill/>
          <a:ln w="7620">
            <a:solidFill>
              <a:srgbClr val="5A6ED8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5398" y="865346"/>
            <a:ext cx="107513" cy="107513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206609" y="833080"/>
            <a:ext cx="743307" cy="172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00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SOLUTION</a:t>
            </a:r>
            <a:endParaRPr lang="en-US" sz="800" dirty="0"/>
          </a:p>
        </p:txBody>
      </p:sp>
      <p:sp>
        <p:nvSpPr>
          <p:cNvPr id="7" name="Text 2"/>
          <p:cNvSpPr/>
          <p:nvPr/>
        </p:nvSpPr>
        <p:spPr>
          <a:xfrm>
            <a:off x="5957173" y="1106805"/>
            <a:ext cx="3971092" cy="420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Swipe Away Your Stresses</a:t>
            </a:r>
            <a:endParaRPr lang="en-US" sz="2600" dirty="0"/>
          </a:p>
        </p:txBody>
      </p:sp>
      <p:sp>
        <p:nvSpPr>
          <p:cNvPr id="8" name="Shape 3"/>
          <p:cNvSpPr/>
          <p:nvPr/>
        </p:nvSpPr>
        <p:spPr>
          <a:xfrm>
            <a:off x="5957173" y="1728907"/>
            <a:ext cx="8202454" cy="1328023"/>
          </a:xfrm>
          <a:prstGeom prst="roundRect">
            <a:avLst>
              <a:gd name="adj" fmla="val 4255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9" name="Shape 4"/>
          <p:cNvSpPr/>
          <p:nvPr/>
        </p:nvSpPr>
        <p:spPr>
          <a:xfrm>
            <a:off x="6099215" y="1870948"/>
            <a:ext cx="403503" cy="403503"/>
          </a:xfrm>
          <a:prstGeom prst="roundRect">
            <a:avLst>
              <a:gd name="adj" fmla="val 22659275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0181" y="1981795"/>
            <a:ext cx="181570" cy="18157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99215" y="2408873"/>
            <a:ext cx="1681520" cy="210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Tinder-Style Matching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6099215" y="2699623"/>
            <a:ext cx="7918371" cy="215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 your urgent job and swipe through vetted meisters with ratings, photos, and real-time availability</a:t>
            </a:r>
            <a:endParaRPr lang="en-US" sz="1050" dirty="0"/>
          </a:p>
        </p:txBody>
      </p:sp>
      <p:sp>
        <p:nvSpPr>
          <p:cNvPr id="13" name="Shape 7"/>
          <p:cNvSpPr/>
          <p:nvPr/>
        </p:nvSpPr>
        <p:spPr>
          <a:xfrm>
            <a:off x="5957173" y="3191351"/>
            <a:ext cx="8202454" cy="1328023"/>
          </a:xfrm>
          <a:prstGeom prst="roundRect">
            <a:avLst>
              <a:gd name="adj" fmla="val 4255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4" name="Shape 8"/>
          <p:cNvSpPr/>
          <p:nvPr/>
        </p:nvSpPr>
        <p:spPr>
          <a:xfrm>
            <a:off x="6099215" y="3333393"/>
            <a:ext cx="403503" cy="403503"/>
          </a:xfrm>
          <a:prstGeom prst="roundRect">
            <a:avLst>
              <a:gd name="adj" fmla="val 22659275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10181" y="3444240"/>
            <a:ext cx="181570" cy="18157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099215" y="3871317"/>
            <a:ext cx="1681520" cy="210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Under 2 Hours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6099215" y="4162068"/>
            <a:ext cx="7918371" cy="215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Matches happen in minutes – meisters arrive faster than ordering pizza</a:t>
            </a:r>
            <a:endParaRPr lang="en-US" sz="1050" dirty="0"/>
          </a:p>
        </p:txBody>
      </p:sp>
      <p:sp>
        <p:nvSpPr>
          <p:cNvPr id="18" name="Shape 11"/>
          <p:cNvSpPr/>
          <p:nvPr/>
        </p:nvSpPr>
        <p:spPr>
          <a:xfrm>
            <a:off x="5957173" y="4653796"/>
            <a:ext cx="8202454" cy="1328023"/>
          </a:xfrm>
          <a:prstGeom prst="roundRect">
            <a:avLst>
              <a:gd name="adj" fmla="val 4255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9" name="Shape 12"/>
          <p:cNvSpPr/>
          <p:nvPr/>
        </p:nvSpPr>
        <p:spPr>
          <a:xfrm>
            <a:off x="6099215" y="4795838"/>
            <a:ext cx="403503" cy="403503"/>
          </a:xfrm>
          <a:prstGeom prst="roundRect">
            <a:avLst>
              <a:gd name="adj" fmla="val 22659275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10181" y="4906685"/>
            <a:ext cx="181570" cy="18157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099215" y="5333762"/>
            <a:ext cx="1681520" cy="210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Fully Vetted</a:t>
            </a:r>
            <a:endParaRPr lang="en-US" sz="1300" dirty="0"/>
          </a:p>
        </p:txBody>
      </p:sp>
      <p:sp>
        <p:nvSpPr>
          <p:cNvPr id="22" name="Text 14"/>
          <p:cNvSpPr/>
          <p:nvPr/>
        </p:nvSpPr>
        <p:spPr>
          <a:xfrm>
            <a:off x="6099215" y="5624513"/>
            <a:ext cx="7918371" cy="215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 verification, background checks, and 4.8+ star ratings ensure quality and trust</a:t>
            </a:r>
            <a:endParaRPr lang="en-US" sz="1050" dirty="0"/>
          </a:p>
        </p:txBody>
      </p:sp>
      <p:sp>
        <p:nvSpPr>
          <p:cNvPr id="23" name="Shape 15"/>
          <p:cNvSpPr/>
          <p:nvPr/>
        </p:nvSpPr>
        <p:spPr>
          <a:xfrm>
            <a:off x="5957173" y="6116241"/>
            <a:ext cx="8202454" cy="1328023"/>
          </a:xfrm>
          <a:prstGeom prst="roundRect">
            <a:avLst>
              <a:gd name="adj" fmla="val 4255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4" name="Shape 16"/>
          <p:cNvSpPr/>
          <p:nvPr/>
        </p:nvSpPr>
        <p:spPr>
          <a:xfrm>
            <a:off x="6099215" y="6258282"/>
            <a:ext cx="403503" cy="403503"/>
          </a:xfrm>
          <a:prstGeom prst="roundRect">
            <a:avLst>
              <a:gd name="adj" fmla="val 22659275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210181" y="6369129"/>
            <a:ext cx="181570" cy="18157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099215" y="6796207"/>
            <a:ext cx="1681520" cy="210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Hyper-Local</a:t>
            </a:r>
            <a:endParaRPr lang="en-US" sz="1300" dirty="0"/>
          </a:p>
        </p:txBody>
      </p:sp>
      <p:sp>
        <p:nvSpPr>
          <p:cNvPr id="27" name="Text 18"/>
          <p:cNvSpPr/>
          <p:nvPr/>
        </p:nvSpPr>
        <p:spPr>
          <a:xfrm>
            <a:off x="6099215" y="7086957"/>
            <a:ext cx="7918371" cy="215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Built for Riga neighborhoods with LV/RU/EN support and winter emergency badges</a:t>
            </a:r>
            <a:endParaRPr lang="en-US" sz="10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BF34285-94D0-62E3-D53A-65D2B5EFEE1C}"/>
                  </a:ext>
                </a:extLst>
              </p14:cNvPr>
              <p14:cNvContentPartPr/>
              <p14:nvPr/>
            </p14:nvContentPartPr>
            <p14:xfrm>
              <a:off x="12770207" y="7816483"/>
              <a:ext cx="1844672" cy="217284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7BF34285-94D0-62E3-D53A-65D2B5EFEE1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2716206" y="7708382"/>
                <a:ext cx="1952314" cy="433127"/>
              </a:xfrm>
              <a:prstGeom prst="rect">
                <a:avLst/>
              </a:prstGeom>
            </p:spPr>
          </p:pic>
        </mc:Fallback>
      </mc:AlternateContent>
      <p:pic>
        <p:nvPicPr>
          <p:cNvPr id="34" name="Picture 33">
            <a:extLst>
              <a:ext uri="{FF2B5EF4-FFF2-40B4-BE49-F238E27FC236}">
                <a16:creationId xmlns:a16="http://schemas.microsoft.com/office/drawing/2014/main" id="{34670CB7-3A09-63FF-45EE-29E52808D72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0"/>
            <a:ext cx="5759955" cy="82296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CEAFFEF-7A78-DEC7-2643-245CF1D7619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5333" y="1805865"/>
            <a:ext cx="5150169" cy="506969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EA664E7-7E30-91CE-DDDD-1D53D673288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768789" y="7659013"/>
            <a:ext cx="2867286" cy="56497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54BCA878-9BCC-D88F-E56E-84E3B7EB91E9}"/>
                  </a:ext>
                </a:extLst>
              </p14:cNvPr>
              <p14:cNvContentPartPr/>
              <p14:nvPr/>
            </p14:nvContentPartPr>
            <p14:xfrm>
              <a:off x="13632185" y="9365324"/>
              <a:ext cx="766436" cy="41334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54BCA878-9BCC-D88F-E56E-84E3B7EB91E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3578211" y="9258426"/>
                <a:ext cx="874025" cy="2547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6499AA02-9471-FAB8-CA8D-438ECF7E2EE6}"/>
                  </a:ext>
                </a:extLst>
              </p14:cNvPr>
              <p14:cNvContentPartPr/>
              <p14:nvPr/>
            </p14:nvContentPartPr>
            <p14:xfrm>
              <a:off x="7785847" y="4094629"/>
              <a:ext cx="16808" cy="16808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6499AA02-9471-FAB8-CA8D-438ECF7E2EE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264647" y="-930963"/>
                <a:ext cx="5042400" cy="1008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9BA5E84-6036-FAA8-E531-13A5ED4CA077}"/>
                  </a:ext>
                </a:extLst>
              </p14:cNvPr>
              <p14:cNvContentPartPr/>
              <p14:nvPr/>
            </p14:nvContentPartPr>
            <p14:xfrm>
              <a:off x="7530353" y="4027394"/>
              <a:ext cx="16808" cy="16808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9BA5E84-6036-FAA8-E531-13A5ED4CA07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025961" y="-1015006"/>
                <a:ext cx="5042400" cy="1008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0417BFB8-3F9D-F001-06A1-D752983F2D0E}"/>
                  </a:ext>
                </a:extLst>
              </p14:cNvPr>
              <p14:cNvContentPartPr/>
              <p14:nvPr/>
            </p14:nvContentPartPr>
            <p14:xfrm>
              <a:off x="7530353" y="4027394"/>
              <a:ext cx="16808" cy="16808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0417BFB8-3F9D-F001-06A1-D752983F2D0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025961" y="-1015006"/>
                <a:ext cx="5042400" cy="1008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3317C1BB-C7CE-F9F2-4EAC-D15077392B5A}"/>
                  </a:ext>
                </a:extLst>
              </p14:cNvPr>
              <p14:cNvContentPartPr/>
              <p14:nvPr/>
            </p14:nvContentPartPr>
            <p14:xfrm>
              <a:off x="7530353" y="4027394"/>
              <a:ext cx="16808" cy="16808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3317C1BB-C7CE-F9F2-4EAC-D15077392B5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025961" y="-1015006"/>
                <a:ext cx="5042400" cy="1008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2ADBEB3D-21EB-C17C-D67E-0A2B8105FAE0}"/>
                  </a:ext>
                </a:extLst>
              </p14:cNvPr>
              <p14:cNvContentPartPr/>
              <p14:nvPr/>
            </p14:nvContentPartPr>
            <p14:xfrm>
              <a:off x="7530353" y="4027394"/>
              <a:ext cx="16808" cy="16808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2ADBEB3D-21EB-C17C-D67E-0A2B8105FAE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025961" y="-1015006"/>
                <a:ext cx="5042400" cy="1008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14649DA2-D6B5-79AE-4483-875E7BC00472}"/>
                  </a:ext>
                </a:extLst>
              </p14:cNvPr>
              <p14:cNvContentPartPr/>
              <p14:nvPr/>
            </p14:nvContentPartPr>
            <p14:xfrm>
              <a:off x="7530353" y="4027394"/>
              <a:ext cx="16808" cy="16808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14649DA2-D6B5-79AE-4483-875E7BC0047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025961" y="-1015006"/>
                <a:ext cx="5042400" cy="1008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DA3AA8FB-53C5-5FC3-BAE4-1A202BF8758E}"/>
                  </a:ext>
                </a:extLst>
              </p14:cNvPr>
              <p14:cNvContentPartPr/>
              <p14:nvPr/>
            </p14:nvContentPartPr>
            <p14:xfrm>
              <a:off x="7530353" y="4027394"/>
              <a:ext cx="16808" cy="16808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DA3AA8FB-53C5-5FC3-BAE4-1A202BF8758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025961" y="-1015006"/>
                <a:ext cx="5042400" cy="1008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A6986110-1D3F-6211-B1FF-B19E21F92C66}"/>
                  </a:ext>
                </a:extLst>
              </p14:cNvPr>
              <p14:cNvContentPartPr/>
              <p14:nvPr/>
            </p14:nvContentPartPr>
            <p14:xfrm>
              <a:off x="7530353" y="4027394"/>
              <a:ext cx="16808" cy="16808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A6986110-1D3F-6211-B1FF-B19E21F92C6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025961" y="-1015006"/>
                <a:ext cx="5042400" cy="1008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CEED734C-95C1-0025-9466-76F9AD19C079}"/>
                  </a:ext>
                </a:extLst>
              </p14:cNvPr>
              <p14:cNvContentPartPr/>
              <p14:nvPr/>
            </p14:nvContentPartPr>
            <p14:xfrm>
              <a:off x="8001000" y="2561665"/>
              <a:ext cx="16808" cy="16808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CEED734C-95C1-0025-9466-76F9AD19C07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496608" y="-2463927"/>
                <a:ext cx="5042400" cy="1008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096549DF-B2AD-601C-A0C2-4B8273E207E2}"/>
                  </a:ext>
                </a:extLst>
              </p14:cNvPr>
              <p14:cNvContentPartPr/>
              <p14:nvPr/>
            </p14:nvContentPartPr>
            <p14:xfrm>
              <a:off x="6979024" y="4229100"/>
              <a:ext cx="16808" cy="16808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096549DF-B2AD-601C-A0C2-4B8273E207E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457824" y="-796492"/>
                <a:ext cx="5042400" cy="10084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938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Why We Win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2178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MeisterMatch outperforms legacy platforms on speed, trust, and user experience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539841"/>
            <a:ext cx="13042821" cy="4930378"/>
          </a:xfrm>
          <a:prstGeom prst="roundRect">
            <a:avLst>
              <a:gd name="adj" fmla="val 1932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5" name="Shape 3"/>
          <p:cNvSpPr/>
          <p:nvPr/>
        </p:nvSpPr>
        <p:spPr>
          <a:xfrm>
            <a:off x="801410" y="2547461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150" dirty="0"/>
          </a:p>
        </p:txBody>
      </p:sp>
      <p:sp>
        <p:nvSpPr>
          <p:cNvPr id="6" name="Text 4"/>
          <p:cNvSpPr/>
          <p:nvPr/>
        </p:nvSpPr>
        <p:spPr>
          <a:xfrm>
            <a:off x="1028462" y="2691170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4289108" y="2691170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MeisterMatch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45943" y="2691170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ss.lv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802779" y="2691170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GetaPro / Facebook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801410" y="3197781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1" name="Text 9"/>
          <p:cNvSpPr/>
          <p:nvPr/>
        </p:nvSpPr>
        <p:spPr>
          <a:xfrm>
            <a:off x="1028462" y="3341489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Response Time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289108" y="3341489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Under 2 hours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45943" y="3341489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❌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2-5 days (or ghosting)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0802779" y="3341489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⚠️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1-2 days (unreliable)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801410" y="3848100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6" name="Text 14"/>
          <p:cNvSpPr/>
          <p:nvPr/>
        </p:nvSpPr>
        <p:spPr>
          <a:xfrm>
            <a:off x="1028462" y="3991808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Verification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4289108" y="3991808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ID + background checks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545943" y="3991808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❌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None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0802779" y="3991808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⚠️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Self-reported only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4498419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21" name="Text 19"/>
          <p:cNvSpPr/>
          <p:nvPr/>
        </p:nvSpPr>
        <p:spPr>
          <a:xfrm>
            <a:off x="1028462" y="4642128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Ratings &amp; Reviews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4289108" y="4642128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4.8+ stars required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545943" y="4642128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❌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No system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10802779" y="4642128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⚠️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Inconsistent</a:t>
            </a:r>
            <a:endParaRPr lang="en-US" sz="1750" dirty="0"/>
          </a:p>
        </p:txBody>
      </p:sp>
      <p:sp>
        <p:nvSpPr>
          <p:cNvPr id="25" name="Shape 23"/>
          <p:cNvSpPr/>
          <p:nvPr/>
        </p:nvSpPr>
        <p:spPr>
          <a:xfrm>
            <a:off x="801410" y="5148739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26" name="Text 24"/>
          <p:cNvSpPr/>
          <p:nvPr/>
        </p:nvSpPr>
        <p:spPr>
          <a:xfrm>
            <a:off x="1028462" y="5292447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Payments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4289108" y="5292447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Secure in-app escrow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7545943" y="5292447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❌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Cash only (disputes)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10802779" y="5292447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⚠️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Direct (no protection)</a:t>
            </a:r>
            <a:endParaRPr lang="en-US" sz="1750" dirty="0"/>
          </a:p>
        </p:txBody>
      </p:sp>
      <p:sp>
        <p:nvSpPr>
          <p:cNvPr id="30" name="Shape 28"/>
          <p:cNvSpPr/>
          <p:nvPr/>
        </p:nvSpPr>
        <p:spPr>
          <a:xfrm>
            <a:off x="801410" y="5799058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1" name="Text 29"/>
          <p:cNvSpPr/>
          <p:nvPr/>
        </p:nvSpPr>
        <p:spPr>
          <a:xfrm>
            <a:off x="1028462" y="5942767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 Focus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4289108" y="5942767"/>
            <a:ext cx="27955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Riga neighborhoods + winter</a:t>
            </a:r>
            <a:endParaRPr lang="en-US" sz="1750" dirty="0"/>
          </a:p>
        </p:txBody>
      </p:sp>
      <p:sp>
        <p:nvSpPr>
          <p:cNvPr id="33" name="Text 31"/>
          <p:cNvSpPr/>
          <p:nvPr/>
        </p:nvSpPr>
        <p:spPr>
          <a:xfrm>
            <a:off x="7545943" y="5942767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❌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Generic Latvia-wide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10802779" y="5942767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❌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Not gig-specific</a:t>
            </a:r>
            <a:endParaRPr lang="en-US" sz="1750" dirty="0"/>
          </a:p>
        </p:txBody>
      </p:sp>
      <p:sp>
        <p:nvSpPr>
          <p:cNvPr id="35" name="Shape 33"/>
          <p:cNvSpPr/>
          <p:nvPr/>
        </p:nvSpPr>
        <p:spPr>
          <a:xfrm>
            <a:off x="801410" y="6812280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6" name="Text 34"/>
          <p:cNvSpPr/>
          <p:nvPr/>
        </p:nvSpPr>
        <p:spPr>
          <a:xfrm>
            <a:off x="1028462" y="6955988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Mobile-First UX</a:t>
            </a:r>
            <a:endParaRPr lang="en-US" sz="1750" dirty="0"/>
          </a:p>
        </p:txBody>
      </p:sp>
      <p:sp>
        <p:nvSpPr>
          <p:cNvPr id="37" name="Text 35"/>
          <p:cNvSpPr/>
          <p:nvPr/>
        </p:nvSpPr>
        <p:spPr>
          <a:xfrm>
            <a:off x="4289108" y="6955988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Swipe-to-match magic</a:t>
            </a:r>
            <a:endParaRPr lang="en-US" sz="1750" dirty="0"/>
          </a:p>
        </p:txBody>
      </p:sp>
      <p:sp>
        <p:nvSpPr>
          <p:cNvPr id="38" name="Text 36"/>
          <p:cNvSpPr/>
          <p:nvPr/>
        </p:nvSpPr>
        <p:spPr>
          <a:xfrm>
            <a:off x="7545943" y="6955988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❌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Desktop relic</a:t>
            </a:r>
            <a:endParaRPr lang="en-US" sz="1750" dirty="0"/>
          </a:p>
        </p:txBody>
      </p:sp>
      <p:sp>
        <p:nvSpPr>
          <p:cNvPr id="39" name="Text 37"/>
          <p:cNvSpPr/>
          <p:nvPr/>
        </p:nvSpPr>
        <p:spPr>
          <a:xfrm>
            <a:off x="10802779" y="6955988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⚠️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Clunky groups</a:t>
            </a:r>
            <a:endParaRPr lang="en-US" sz="17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38B73644-DF77-8C2F-46B6-CCAFC74A09ED}"/>
                  </a:ext>
                </a:extLst>
              </p14:cNvPr>
              <p14:cNvContentPartPr/>
              <p14:nvPr/>
            </p14:nvContentPartPr>
            <p14:xfrm>
              <a:off x="12861663" y="7964905"/>
              <a:ext cx="1575360" cy="3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38B73644-DF77-8C2F-46B6-CCAFC74A09E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07663" y="7856905"/>
                <a:ext cx="1683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0539C884-4D80-46BB-1A72-17D176C97AC4}"/>
                  </a:ext>
                </a:extLst>
              </p14:cNvPr>
              <p14:cNvContentPartPr/>
              <p14:nvPr/>
            </p14:nvContentPartPr>
            <p14:xfrm>
              <a:off x="12921423" y="7820185"/>
              <a:ext cx="1504440" cy="241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0539C884-4D80-46BB-1A72-17D176C97AC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867783" y="7712545"/>
                <a:ext cx="161208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731143EB-4674-613F-4BB9-F24C201CC262}"/>
                  </a:ext>
                </a:extLst>
              </p14:cNvPr>
              <p14:cNvContentPartPr/>
              <p14:nvPr/>
            </p14:nvContentPartPr>
            <p14:xfrm>
              <a:off x="12801183" y="7965985"/>
              <a:ext cx="1663920" cy="1202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731143EB-4674-613F-4BB9-F24C201CC26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747543" y="7858345"/>
                <a:ext cx="1771560" cy="335880"/>
              </a:xfrm>
              <a:prstGeom prst="rect">
                <a:avLst/>
              </a:prstGeom>
            </p:spPr>
          </p:pic>
        </mc:Fallback>
      </mc:AlternateContent>
      <p:pic>
        <p:nvPicPr>
          <p:cNvPr id="41" name="Picture 40">
            <a:extLst>
              <a:ext uri="{FF2B5EF4-FFF2-40B4-BE49-F238E27FC236}">
                <a16:creationId xmlns:a16="http://schemas.microsoft.com/office/drawing/2014/main" id="{6B2B1191-69D7-E822-1E5C-83440298EE4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071496" y="7558805"/>
            <a:ext cx="1514475" cy="5524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4819" y="736815"/>
            <a:ext cx="3564374" cy="445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Our Team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806184" y="1124307"/>
            <a:ext cx="9018032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06184" y="1641038"/>
            <a:ext cx="1525429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383" y="1478935"/>
            <a:ext cx="5271730" cy="52717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313908" y="1641038"/>
            <a:ext cx="1525429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577503" y="7011654"/>
            <a:ext cx="9839005" cy="962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400" b="1" dirty="0">
                <a:solidFill>
                  <a:srgbClr val="CFD0D8"/>
                </a:solidFill>
                <a:latin typeface="Segoe UI Variable Display Semib" pitchFamily="2" charset="0"/>
                <a:ea typeface="Roboto" pitchFamily="34" charset="-122"/>
                <a:cs typeface="Roboto" pitchFamily="34" charset="-120"/>
              </a:rPr>
              <a:t>Two passionate Computer Systems students at Riga Technical University, dedicated to leveraging our technical expertise to develop innovative, mission-driven solutions that address real-world challenges.</a:t>
            </a:r>
            <a:endParaRPr lang="en-US" sz="2400" b="1" dirty="0">
              <a:latin typeface="Segoe UI Variable Display Semib" pitchFamily="2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4D66A7A-8F5E-61EB-A15B-B51DA4E68A90}"/>
                  </a:ext>
                </a:extLst>
              </p14:cNvPr>
              <p14:cNvContentPartPr/>
              <p14:nvPr/>
            </p14:nvContentPartPr>
            <p14:xfrm>
              <a:off x="12764027" y="7723781"/>
              <a:ext cx="1564560" cy="3391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4D66A7A-8F5E-61EB-A15B-B51DA4E68A9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10027" y="7615781"/>
                <a:ext cx="1672200" cy="55476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F7203939-E4B9-326A-CA79-88136F0D85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121600" y="7608909"/>
            <a:ext cx="1514475" cy="552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341</Words>
  <Application>Microsoft Office PowerPoint</Application>
  <PresentationFormat>Custom</PresentationFormat>
  <Paragraphs>64</Paragraphs>
  <Slides>5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aum1110sohoni@outlook.com</cp:lastModifiedBy>
  <cp:revision>24</cp:revision>
  <dcterms:created xsi:type="dcterms:W3CDTF">2026-01-21T21:50:52Z</dcterms:created>
  <dcterms:modified xsi:type="dcterms:W3CDTF">2026-01-21T22:26:46Z</dcterms:modified>
</cp:coreProperties>
</file>