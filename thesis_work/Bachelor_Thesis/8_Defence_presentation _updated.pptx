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2" r:id="rId1"/>
  </p:sldMasterIdLst>
  <p:notesMasterIdLst>
    <p:notesMasterId r:id="rId44"/>
  </p:notesMasterIdLst>
  <p:handoutMasterIdLst>
    <p:handoutMasterId r:id="rId45"/>
  </p:handout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309" r:id="rId18"/>
    <p:sldId id="273" r:id="rId19"/>
    <p:sldId id="274" r:id="rId20"/>
    <p:sldId id="275" r:id="rId21"/>
    <p:sldId id="276" r:id="rId22"/>
    <p:sldId id="278" r:id="rId23"/>
    <p:sldId id="279" r:id="rId24"/>
    <p:sldId id="277" r:id="rId25"/>
    <p:sldId id="280" r:id="rId26"/>
    <p:sldId id="281" r:id="rId27"/>
    <p:sldId id="282" r:id="rId28"/>
    <p:sldId id="283" r:id="rId29"/>
    <p:sldId id="288" r:id="rId30"/>
    <p:sldId id="286" r:id="rId31"/>
    <p:sldId id="287" r:id="rId32"/>
    <p:sldId id="285" r:id="rId33"/>
    <p:sldId id="284" r:id="rId34"/>
    <p:sldId id="289" r:id="rId35"/>
    <p:sldId id="290" r:id="rId36"/>
    <p:sldId id="291" r:id="rId37"/>
    <p:sldId id="292" r:id="rId38"/>
    <p:sldId id="293" r:id="rId39"/>
    <p:sldId id="294" r:id="rId40"/>
    <p:sldId id="310" r:id="rId41"/>
    <p:sldId id="311" r:id="rId42"/>
    <p:sldId id="312" r:id="rId43"/>
  </p:sldIdLst>
  <p:sldSz cx="9144000" cy="6858000" type="screen4x3"/>
  <p:notesSz cx="6797675" cy="98742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10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CBCB"/>
    <a:srgbClr val="E8E8E8"/>
    <a:srgbClr val="00B9F1"/>
    <a:srgbClr val="00CC00"/>
    <a:srgbClr val="FFC832"/>
    <a:srgbClr val="BDCF3C"/>
    <a:srgbClr val="B72E91"/>
    <a:srgbClr val="005551"/>
    <a:srgbClr val="293B97"/>
    <a:srgbClr val="1E27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68" autoAdjust="0"/>
    <p:restoredTop sz="76485" autoAdjust="0"/>
  </p:normalViewPr>
  <p:slideViewPr>
    <p:cSldViewPr snapToGrid="0" snapToObjects="1">
      <p:cViewPr>
        <p:scale>
          <a:sx n="81" d="100"/>
          <a:sy n="81" d="100"/>
        </p:scale>
        <p:origin x="-1848" y="-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-3774" y="-96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ta Šakele" userId="22473504-fb74-45b6-b9ac-a87e59254042" providerId="ADAL" clId="{3EE10FC7-496B-4EE7-94C4-91E8994E8A60}"/>
    <pc:docChg chg="custSel modSld modNotesMaster modHandout">
      <pc:chgData name="Vita Šakele" userId="22473504-fb74-45b6-b9ac-a87e59254042" providerId="ADAL" clId="{3EE10FC7-496B-4EE7-94C4-91E8994E8A60}" dt="2020-09-14T10:59:01.843" v="9"/>
      <pc:docMkLst>
        <pc:docMk/>
      </pc:docMkLst>
      <pc:sldChg chg="modSp mod">
        <pc:chgData name="Vita Šakele" userId="22473504-fb74-45b6-b9ac-a87e59254042" providerId="ADAL" clId="{3EE10FC7-496B-4EE7-94C4-91E8994E8A60}" dt="2020-09-14T10:58:41.157" v="8" actId="20577"/>
        <pc:sldMkLst>
          <pc:docMk/>
          <pc:sldMk cId="4029557196" sldId="257"/>
        </pc:sldMkLst>
        <pc:spChg chg="mod">
          <ac:chgData name="Vita Šakele" userId="22473504-fb74-45b6-b9ac-a87e59254042" providerId="ADAL" clId="{3EE10FC7-496B-4EE7-94C4-91E8994E8A60}" dt="2020-09-14T10:58:41.157" v="8" actId="20577"/>
          <ac:spMkLst>
            <pc:docMk/>
            <pc:sldMk cId="4029557196" sldId="257"/>
            <ac:spMk id="7" creationId="{D3E22D13-C539-4972-812B-78AB5072E020}"/>
          </ac:spMkLst>
        </pc:spChg>
      </pc:sldChg>
    </pc:docChg>
  </pc:docChgLst>
  <pc:docChgLst>
    <pc:chgData name="Vita Šakele" userId="22473504-fb74-45b6-b9ac-a87e59254042" providerId="ADAL" clId="{38846500-2C3E-4D3F-9C80-87AD60C2CA97}"/>
    <pc:docChg chg="undo custSel addSld delSld modSld sldOrd">
      <pc:chgData name="Vita Šakele" userId="22473504-fb74-45b6-b9ac-a87e59254042" providerId="ADAL" clId="{38846500-2C3E-4D3F-9C80-87AD60C2CA97}" dt="2021-01-08T09:17:15.331" v="6501" actId="1076"/>
      <pc:docMkLst>
        <pc:docMk/>
      </pc:docMkLst>
      <pc:sldChg chg="modSp mod">
        <pc:chgData name="Vita Šakele" userId="22473504-fb74-45b6-b9ac-a87e59254042" providerId="ADAL" clId="{38846500-2C3E-4D3F-9C80-87AD60C2CA97}" dt="2020-09-06T20:59:31.579" v="735" actId="20577"/>
        <pc:sldMkLst>
          <pc:docMk/>
          <pc:sldMk cId="4192110645" sldId="256"/>
        </pc:sldMkLst>
        <pc:spChg chg="mod">
          <ac:chgData name="Vita Šakele" userId="22473504-fb74-45b6-b9ac-a87e59254042" providerId="ADAL" clId="{38846500-2C3E-4D3F-9C80-87AD60C2CA97}" dt="2020-09-06T20:59:31.579" v="735" actId="20577"/>
          <ac:spMkLst>
            <pc:docMk/>
            <pc:sldMk cId="4192110645" sldId="256"/>
            <ac:spMk id="6" creationId="{00000000-0000-0000-0000-000000000000}"/>
          </ac:spMkLst>
        </pc:spChg>
      </pc:sldChg>
      <pc:sldChg chg="modSp mod">
        <pc:chgData name="Vita Šakele" userId="22473504-fb74-45b6-b9ac-a87e59254042" providerId="ADAL" clId="{38846500-2C3E-4D3F-9C80-87AD60C2CA97}" dt="2020-09-07T21:41:20.096" v="6500" actId="6549"/>
        <pc:sldMkLst>
          <pc:docMk/>
          <pc:sldMk cId="4029557196" sldId="257"/>
        </pc:sldMkLst>
        <pc:spChg chg="mod">
          <ac:chgData name="Vita Šakele" userId="22473504-fb74-45b6-b9ac-a87e59254042" providerId="ADAL" clId="{38846500-2C3E-4D3F-9C80-87AD60C2CA97}" dt="2020-09-07T21:41:20.096" v="6500" actId="6549"/>
          <ac:spMkLst>
            <pc:docMk/>
            <pc:sldMk cId="4029557196" sldId="257"/>
            <ac:spMk id="7" creationId="{D3E22D13-C539-4972-812B-78AB5072E020}"/>
          </ac:spMkLst>
        </pc:spChg>
      </pc:sldChg>
      <pc:sldChg chg="modSp mod">
        <pc:chgData name="Vita Šakele" userId="22473504-fb74-45b6-b9ac-a87e59254042" providerId="ADAL" clId="{38846500-2C3E-4D3F-9C80-87AD60C2CA97}" dt="2020-09-06T20:30:37.471" v="50" actId="20577"/>
        <pc:sldMkLst>
          <pc:docMk/>
          <pc:sldMk cId="2573286357" sldId="258"/>
        </pc:sldMkLst>
        <pc:spChg chg="mod">
          <ac:chgData name="Vita Šakele" userId="22473504-fb74-45b6-b9ac-a87e59254042" providerId="ADAL" clId="{38846500-2C3E-4D3F-9C80-87AD60C2CA97}" dt="2020-09-06T20:30:37.471" v="50" actId="20577"/>
          <ac:spMkLst>
            <pc:docMk/>
            <pc:sldMk cId="2573286357" sldId="258"/>
            <ac:spMk id="5" creationId="{A17EB925-AE7D-4181-BC09-1586CE0DCFB9}"/>
          </ac:spMkLst>
        </pc:spChg>
      </pc:sldChg>
      <pc:sldChg chg="addSp modSp mod">
        <pc:chgData name="Vita Šakele" userId="22473504-fb74-45b6-b9ac-a87e59254042" providerId="ADAL" clId="{38846500-2C3E-4D3F-9C80-87AD60C2CA97}" dt="2020-09-06T20:37:55.808" v="208" actId="20577"/>
        <pc:sldMkLst>
          <pc:docMk/>
          <pc:sldMk cId="1826216409" sldId="259"/>
        </pc:sldMkLst>
        <pc:spChg chg="mod">
          <ac:chgData name="Vita Šakele" userId="22473504-fb74-45b6-b9ac-a87e59254042" providerId="ADAL" clId="{38846500-2C3E-4D3F-9C80-87AD60C2CA97}" dt="2020-09-06T20:37:55.808" v="208" actId="20577"/>
          <ac:spMkLst>
            <pc:docMk/>
            <pc:sldMk cId="1826216409" sldId="259"/>
            <ac:spMk id="2" creationId="{BA1F2A95-6B0A-4F63-B8D4-0EDE366D8920}"/>
          </ac:spMkLst>
        </pc:spChg>
        <pc:spChg chg="mod">
          <ac:chgData name="Vita Šakele" userId="22473504-fb74-45b6-b9ac-a87e59254042" providerId="ADAL" clId="{38846500-2C3E-4D3F-9C80-87AD60C2CA97}" dt="2020-09-06T20:31:40.039" v="123" actId="20577"/>
          <ac:spMkLst>
            <pc:docMk/>
            <pc:sldMk cId="1826216409" sldId="259"/>
            <ac:spMk id="3" creationId="{297CB00B-D23A-4A49-8B96-229149B851B5}"/>
          </ac:spMkLst>
        </pc:spChg>
        <pc:picChg chg="add mod">
          <ac:chgData name="Vita Šakele" userId="22473504-fb74-45b6-b9ac-a87e59254042" providerId="ADAL" clId="{38846500-2C3E-4D3F-9C80-87AD60C2CA97}" dt="2020-09-06T20:31:33.925" v="121" actId="14100"/>
          <ac:picMkLst>
            <pc:docMk/>
            <pc:sldMk cId="1826216409" sldId="259"/>
            <ac:picMk id="6" creationId="{FBD76893-FE84-461E-8793-C0D1BC655F55}"/>
          </ac:picMkLst>
        </pc:picChg>
      </pc:sldChg>
      <pc:sldChg chg="new del">
        <pc:chgData name="Vita Šakele" userId="22473504-fb74-45b6-b9ac-a87e59254042" providerId="ADAL" clId="{38846500-2C3E-4D3F-9C80-87AD60C2CA97}" dt="2020-09-06T20:32:50.804" v="138" actId="47"/>
        <pc:sldMkLst>
          <pc:docMk/>
          <pc:sldMk cId="815239516" sldId="260"/>
        </pc:sldMkLst>
      </pc:sldChg>
      <pc:sldChg chg="addSp modSp add mod">
        <pc:chgData name="Vita Šakele" userId="22473504-fb74-45b6-b9ac-a87e59254042" providerId="ADAL" clId="{38846500-2C3E-4D3F-9C80-87AD60C2CA97}" dt="2020-09-06T20:38:48.370" v="221" actId="1076"/>
        <pc:sldMkLst>
          <pc:docMk/>
          <pc:sldMk cId="1700747632" sldId="261"/>
        </pc:sldMkLst>
        <pc:spChg chg="mod">
          <ac:chgData name="Vita Šakele" userId="22473504-fb74-45b6-b9ac-a87e59254042" providerId="ADAL" clId="{38846500-2C3E-4D3F-9C80-87AD60C2CA97}" dt="2020-09-06T20:38:00.221" v="212" actId="20577"/>
          <ac:spMkLst>
            <pc:docMk/>
            <pc:sldMk cId="1700747632" sldId="261"/>
            <ac:spMk id="2" creationId="{51918B6F-72D9-45F1-B025-9BFBFCCFE999}"/>
          </ac:spMkLst>
        </pc:spChg>
        <pc:spChg chg="mod">
          <ac:chgData name="Vita Šakele" userId="22473504-fb74-45b6-b9ac-a87e59254042" providerId="ADAL" clId="{38846500-2C3E-4D3F-9C80-87AD60C2CA97}" dt="2020-09-06T20:32:23.002" v="128"/>
          <ac:spMkLst>
            <pc:docMk/>
            <pc:sldMk cId="1700747632" sldId="261"/>
            <ac:spMk id="3" creationId="{0F535DB8-17F2-4B2F-B3D9-FBF78290C1E2}"/>
          </ac:spMkLst>
        </pc:spChg>
        <pc:spChg chg="add mod">
          <ac:chgData name="Vita Šakele" userId="22473504-fb74-45b6-b9ac-a87e59254042" providerId="ADAL" clId="{38846500-2C3E-4D3F-9C80-87AD60C2CA97}" dt="2020-09-06T20:38:48.370" v="221" actId="1076"/>
          <ac:spMkLst>
            <pc:docMk/>
            <pc:sldMk cId="1700747632" sldId="261"/>
            <ac:spMk id="7" creationId="{97568338-4856-4B31-8002-93AD034155EB}"/>
          </ac:spMkLst>
        </pc:spChg>
        <pc:spChg chg="add mod">
          <ac:chgData name="Vita Šakele" userId="22473504-fb74-45b6-b9ac-a87e59254042" providerId="ADAL" clId="{38846500-2C3E-4D3F-9C80-87AD60C2CA97}" dt="2020-09-06T20:38:48.370" v="221" actId="1076"/>
          <ac:spMkLst>
            <pc:docMk/>
            <pc:sldMk cId="1700747632" sldId="261"/>
            <ac:spMk id="8" creationId="{60ABB32B-08F1-450F-99D2-825D8399AF9B}"/>
          </ac:spMkLst>
        </pc:spChg>
        <pc:picChg chg="add mod">
          <ac:chgData name="Vita Šakele" userId="22473504-fb74-45b6-b9ac-a87e59254042" providerId="ADAL" clId="{38846500-2C3E-4D3F-9C80-87AD60C2CA97}" dt="2020-09-06T20:37:33.140" v="199" actId="1076"/>
          <ac:picMkLst>
            <pc:docMk/>
            <pc:sldMk cId="1700747632" sldId="261"/>
            <ac:picMk id="6" creationId="{A6606FAA-5B99-4B93-9FA6-B0BED0A16154}"/>
          </ac:picMkLst>
        </pc:picChg>
      </pc:sldChg>
      <pc:sldChg chg="add del">
        <pc:chgData name="Vita Šakele" userId="22473504-fb74-45b6-b9ac-a87e59254042" providerId="ADAL" clId="{38846500-2C3E-4D3F-9C80-87AD60C2CA97}" dt="2020-09-06T20:32:14.657" v="126" actId="2696"/>
        <pc:sldMkLst>
          <pc:docMk/>
          <pc:sldMk cId="4291205515" sldId="261"/>
        </pc:sldMkLst>
      </pc:sldChg>
      <pc:sldChg chg="addSp delSp modSp add mod">
        <pc:chgData name="Vita Šakele" userId="22473504-fb74-45b6-b9ac-a87e59254042" providerId="ADAL" clId="{38846500-2C3E-4D3F-9C80-87AD60C2CA97}" dt="2020-09-07T21:23:41.477" v="5736" actId="403"/>
        <pc:sldMkLst>
          <pc:docMk/>
          <pc:sldMk cId="3946096694" sldId="262"/>
        </pc:sldMkLst>
        <pc:spChg chg="mod">
          <ac:chgData name="Vita Šakele" userId="22473504-fb74-45b6-b9ac-a87e59254042" providerId="ADAL" clId="{38846500-2C3E-4D3F-9C80-87AD60C2CA97}" dt="2020-09-07T21:23:41.477" v="5736" actId="403"/>
          <ac:spMkLst>
            <pc:docMk/>
            <pc:sldMk cId="3946096694" sldId="262"/>
            <ac:spMk id="2" creationId="{CA334018-09D3-41DE-8E3F-C3088B47E16F}"/>
          </ac:spMkLst>
        </pc:spChg>
        <pc:spChg chg="mod">
          <ac:chgData name="Vita Šakele" userId="22473504-fb74-45b6-b9ac-a87e59254042" providerId="ADAL" clId="{38846500-2C3E-4D3F-9C80-87AD60C2CA97}" dt="2020-09-07T21:23:24.005" v="5734" actId="1076"/>
          <ac:spMkLst>
            <pc:docMk/>
            <pc:sldMk cId="3946096694" sldId="262"/>
            <ac:spMk id="3" creationId="{69F8A96A-8517-4FFF-AAA2-4BD0488D8C56}"/>
          </ac:spMkLst>
        </pc:spChg>
        <pc:spChg chg="add mod">
          <ac:chgData name="Vita Šakele" userId="22473504-fb74-45b6-b9ac-a87e59254042" providerId="ADAL" clId="{38846500-2C3E-4D3F-9C80-87AD60C2CA97}" dt="2020-09-06T20:43:39.764" v="276" actId="14100"/>
          <ac:spMkLst>
            <pc:docMk/>
            <pc:sldMk cId="3946096694" sldId="262"/>
            <ac:spMk id="6" creationId="{E002E6E6-A6AF-437A-85B4-6F62D77654CE}"/>
          </ac:spMkLst>
        </pc:spChg>
        <pc:spChg chg="add del mod">
          <ac:chgData name="Vita Šakele" userId="22473504-fb74-45b6-b9ac-a87e59254042" providerId="ADAL" clId="{38846500-2C3E-4D3F-9C80-87AD60C2CA97}" dt="2020-09-06T20:43:03.719" v="268" actId="478"/>
          <ac:spMkLst>
            <pc:docMk/>
            <pc:sldMk cId="3946096694" sldId="262"/>
            <ac:spMk id="7" creationId="{DA1113EF-00AA-44C6-9F63-4F409375FEAB}"/>
          </ac:spMkLst>
        </pc:spChg>
        <pc:spChg chg="add mod">
          <ac:chgData name="Vita Šakele" userId="22473504-fb74-45b6-b9ac-a87e59254042" providerId="ADAL" clId="{38846500-2C3E-4D3F-9C80-87AD60C2CA97}" dt="2020-09-06T20:43:36.233" v="275" actId="14100"/>
          <ac:spMkLst>
            <pc:docMk/>
            <pc:sldMk cId="3946096694" sldId="262"/>
            <ac:spMk id="8" creationId="{A121022A-EA45-49BD-A616-D1BB89A8F337}"/>
          </ac:spMkLst>
        </pc:spChg>
        <pc:picChg chg="add mod modCrop">
          <ac:chgData name="Vita Šakele" userId="22473504-fb74-45b6-b9ac-a87e59254042" providerId="ADAL" clId="{38846500-2C3E-4D3F-9C80-87AD60C2CA97}" dt="2020-09-07T21:23:33.073" v="5735" actId="732"/>
          <ac:picMkLst>
            <pc:docMk/>
            <pc:sldMk cId="3946096694" sldId="262"/>
            <ac:picMk id="5" creationId="{77BFCBC8-BCC3-4722-81BB-E771BE399BB9}"/>
          </ac:picMkLst>
        </pc:picChg>
      </pc:sldChg>
      <pc:sldChg chg="addSp modSp add mod">
        <pc:chgData name="Vita Šakele" userId="22473504-fb74-45b6-b9ac-a87e59254042" providerId="ADAL" clId="{38846500-2C3E-4D3F-9C80-87AD60C2CA97}" dt="2021-01-08T09:17:15.331" v="6501" actId="1076"/>
        <pc:sldMkLst>
          <pc:docMk/>
          <pc:sldMk cId="3140922548" sldId="263"/>
        </pc:sldMkLst>
        <pc:spChg chg="mod">
          <ac:chgData name="Vita Šakele" userId="22473504-fb74-45b6-b9ac-a87e59254042" providerId="ADAL" clId="{38846500-2C3E-4D3F-9C80-87AD60C2CA97}" dt="2020-09-06T20:51:16.809" v="430" actId="20577"/>
          <ac:spMkLst>
            <pc:docMk/>
            <pc:sldMk cId="3140922548" sldId="263"/>
            <ac:spMk id="2" creationId="{D870051C-17B3-4330-818D-F1BC74AB5B5A}"/>
          </ac:spMkLst>
        </pc:spChg>
        <pc:spChg chg="mod">
          <ac:chgData name="Vita Šakele" userId="22473504-fb74-45b6-b9ac-a87e59254042" providerId="ADAL" clId="{38846500-2C3E-4D3F-9C80-87AD60C2CA97}" dt="2020-09-06T20:32:24.983" v="132"/>
          <ac:spMkLst>
            <pc:docMk/>
            <pc:sldMk cId="3140922548" sldId="263"/>
            <ac:spMk id="3" creationId="{583C26B7-30AB-451B-AFCE-111FE919EB59}"/>
          </ac:spMkLst>
        </pc:spChg>
        <pc:spChg chg="add mod">
          <ac:chgData name="Vita Šakele" userId="22473504-fb74-45b6-b9ac-a87e59254042" providerId="ADAL" clId="{38846500-2C3E-4D3F-9C80-87AD60C2CA97}" dt="2021-01-08T09:17:15.331" v="6501" actId="1076"/>
          <ac:spMkLst>
            <pc:docMk/>
            <pc:sldMk cId="3140922548" sldId="263"/>
            <ac:spMk id="5" creationId="{41635B0D-ADDD-4F69-A943-5C5014D82502}"/>
          </ac:spMkLst>
        </pc:spChg>
      </pc:sldChg>
      <pc:sldChg chg="addSp modSp add mod">
        <pc:chgData name="Vita Šakele" userId="22473504-fb74-45b6-b9ac-a87e59254042" providerId="ADAL" clId="{38846500-2C3E-4D3F-9C80-87AD60C2CA97}" dt="2020-09-06T20:55:38.929" v="574" actId="14100"/>
        <pc:sldMkLst>
          <pc:docMk/>
          <pc:sldMk cId="2950474787" sldId="264"/>
        </pc:sldMkLst>
        <pc:spChg chg="mod">
          <ac:chgData name="Vita Šakele" userId="22473504-fb74-45b6-b9ac-a87e59254042" providerId="ADAL" clId="{38846500-2C3E-4D3F-9C80-87AD60C2CA97}" dt="2020-09-06T20:54:33.447" v="561" actId="14100"/>
          <ac:spMkLst>
            <pc:docMk/>
            <pc:sldMk cId="2950474787" sldId="264"/>
            <ac:spMk id="2" creationId="{D870051C-17B3-4330-818D-F1BC74AB5B5A}"/>
          </ac:spMkLst>
        </pc:spChg>
        <pc:spChg chg="add mod">
          <ac:chgData name="Vita Šakele" userId="22473504-fb74-45b6-b9ac-a87e59254042" providerId="ADAL" clId="{38846500-2C3E-4D3F-9C80-87AD60C2CA97}" dt="2020-09-06T20:55:38.929" v="574" actId="14100"/>
          <ac:spMkLst>
            <pc:docMk/>
            <pc:sldMk cId="2950474787" sldId="264"/>
            <ac:spMk id="6" creationId="{DA86F59C-2B3F-48D0-B99D-2D7F3B061906}"/>
          </ac:spMkLst>
        </pc:spChg>
        <pc:picChg chg="add mod">
          <ac:chgData name="Vita Šakele" userId="22473504-fb74-45b6-b9ac-a87e59254042" providerId="ADAL" clId="{38846500-2C3E-4D3F-9C80-87AD60C2CA97}" dt="2020-09-06T20:54:54.951" v="564" actId="1582"/>
          <ac:picMkLst>
            <pc:docMk/>
            <pc:sldMk cId="2950474787" sldId="264"/>
            <ac:picMk id="5" creationId="{DE58D5B8-43E8-45F1-B430-6ACC2319ADE7}"/>
          </ac:picMkLst>
        </pc:picChg>
      </pc:sldChg>
      <pc:sldChg chg="addSp delSp modSp add del mod chgLayout">
        <pc:chgData name="Vita Šakele" userId="22473504-fb74-45b6-b9ac-a87e59254042" providerId="ADAL" clId="{38846500-2C3E-4D3F-9C80-87AD60C2CA97}" dt="2020-09-06T20:33:13.452" v="140" actId="47"/>
        <pc:sldMkLst>
          <pc:docMk/>
          <pc:sldMk cId="3410270128" sldId="264"/>
        </pc:sldMkLst>
        <pc:spChg chg="del">
          <ac:chgData name="Vita Šakele" userId="22473504-fb74-45b6-b9ac-a87e59254042" providerId="ADAL" clId="{38846500-2C3E-4D3F-9C80-87AD60C2CA97}" dt="2020-09-06T20:33:10.316" v="139" actId="700"/>
          <ac:spMkLst>
            <pc:docMk/>
            <pc:sldMk cId="3410270128" sldId="264"/>
            <ac:spMk id="2" creationId="{F75E6D84-28A6-4775-A825-6791AE25B0F7}"/>
          </ac:spMkLst>
        </pc:spChg>
        <pc:spChg chg="mod ord">
          <ac:chgData name="Vita Šakele" userId="22473504-fb74-45b6-b9ac-a87e59254042" providerId="ADAL" clId="{38846500-2C3E-4D3F-9C80-87AD60C2CA97}" dt="2020-09-06T20:33:10.316" v="139" actId="700"/>
          <ac:spMkLst>
            <pc:docMk/>
            <pc:sldMk cId="3410270128" sldId="264"/>
            <ac:spMk id="3" creationId="{A585053E-EA8F-4670-8B95-378EED09514D}"/>
          </ac:spMkLst>
        </pc:spChg>
        <pc:spChg chg="mod ord">
          <ac:chgData name="Vita Šakele" userId="22473504-fb74-45b6-b9ac-a87e59254042" providerId="ADAL" clId="{38846500-2C3E-4D3F-9C80-87AD60C2CA97}" dt="2020-09-06T20:33:10.316" v="139" actId="700"/>
          <ac:spMkLst>
            <pc:docMk/>
            <pc:sldMk cId="3410270128" sldId="264"/>
            <ac:spMk id="4" creationId="{FB5C6902-CB82-4E18-9F95-04870E1BEF5C}"/>
          </ac:spMkLst>
        </pc:spChg>
        <pc:spChg chg="add mod ord">
          <ac:chgData name="Vita Šakele" userId="22473504-fb74-45b6-b9ac-a87e59254042" providerId="ADAL" clId="{38846500-2C3E-4D3F-9C80-87AD60C2CA97}" dt="2020-09-06T20:33:10.316" v="139" actId="700"/>
          <ac:spMkLst>
            <pc:docMk/>
            <pc:sldMk cId="3410270128" sldId="264"/>
            <ac:spMk id="5" creationId="{18D4B794-FD94-4C51-9831-121C0A31F54F}"/>
          </ac:spMkLst>
        </pc:spChg>
      </pc:sldChg>
      <pc:sldChg chg="modSp add mod">
        <pc:chgData name="Vita Šakele" userId="22473504-fb74-45b6-b9ac-a87e59254042" providerId="ADAL" clId="{38846500-2C3E-4D3F-9C80-87AD60C2CA97}" dt="2020-09-06T20:59:07.012" v="708" actId="403"/>
        <pc:sldMkLst>
          <pc:docMk/>
          <pc:sldMk cId="161170014" sldId="265"/>
        </pc:sldMkLst>
        <pc:spChg chg="mod">
          <ac:chgData name="Vita Šakele" userId="22473504-fb74-45b6-b9ac-a87e59254042" providerId="ADAL" clId="{38846500-2C3E-4D3F-9C80-87AD60C2CA97}" dt="2020-09-06T20:59:07.012" v="708" actId="403"/>
          <ac:spMkLst>
            <pc:docMk/>
            <pc:sldMk cId="161170014" sldId="265"/>
            <ac:spMk id="2" creationId="{D870051C-17B3-4330-818D-F1BC74AB5B5A}"/>
          </ac:spMkLst>
        </pc:spChg>
      </pc:sldChg>
      <pc:sldChg chg="addSp delSp modSp add del mod chgLayout">
        <pc:chgData name="Vita Šakele" userId="22473504-fb74-45b6-b9ac-a87e59254042" providerId="ADAL" clId="{38846500-2C3E-4D3F-9C80-87AD60C2CA97}" dt="2020-09-06T20:33:13.452" v="140" actId="47"/>
        <pc:sldMkLst>
          <pc:docMk/>
          <pc:sldMk cId="3981748517" sldId="265"/>
        </pc:sldMkLst>
        <pc:spChg chg="del">
          <ac:chgData name="Vita Šakele" userId="22473504-fb74-45b6-b9ac-a87e59254042" providerId="ADAL" clId="{38846500-2C3E-4D3F-9C80-87AD60C2CA97}" dt="2020-09-06T20:33:10.316" v="139" actId="700"/>
          <ac:spMkLst>
            <pc:docMk/>
            <pc:sldMk cId="3981748517" sldId="265"/>
            <ac:spMk id="2" creationId="{5288EA21-99BB-4E7B-9FB6-59B6FDCF9EB5}"/>
          </ac:spMkLst>
        </pc:spChg>
        <pc:spChg chg="mod ord">
          <ac:chgData name="Vita Šakele" userId="22473504-fb74-45b6-b9ac-a87e59254042" providerId="ADAL" clId="{38846500-2C3E-4D3F-9C80-87AD60C2CA97}" dt="2020-09-06T20:33:10.316" v="139" actId="700"/>
          <ac:spMkLst>
            <pc:docMk/>
            <pc:sldMk cId="3981748517" sldId="265"/>
            <ac:spMk id="3" creationId="{E56E2F7B-72F0-4832-B9D0-D43ED0101F1F}"/>
          </ac:spMkLst>
        </pc:spChg>
        <pc:spChg chg="mod ord">
          <ac:chgData name="Vita Šakele" userId="22473504-fb74-45b6-b9ac-a87e59254042" providerId="ADAL" clId="{38846500-2C3E-4D3F-9C80-87AD60C2CA97}" dt="2020-09-06T20:33:10.316" v="139" actId="700"/>
          <ac:spMkLst>
            <pc:docMk/>
            <pc:sldMk cId="3981748517" sldId="265"/>
            <ac:spMk id="4" creationId="{767A68BA-CFDA-482C-B77F-A7E854ECD7A0}"/>
          </ac:spMkLst>
        </pc:spChg>
        <pc:spChg chg="add mod ord">
          <ac:chgData name="Vita Šakele" userId="22473504-fb74-45b6-b9ac-a87e59254042" providerId="ADAL" clId="{38846500-2C3E-4D3F-9C80-87AD60C2CA97}" dt="2020-09-06T20:33:10.316" v="139" actId="700"/>
          <ac:spMkLst>
            <pc:docMk/>
            <pc:sldMk cId="3981748517" sldId="265"/>
            <ac:spMk id="5" creationId="{43FFECA0-0AE2-4ECE-99E8-EF05FE168880}"/>
          </ac:spMkLst>
        </pc:spChg>
      </pc:sldChg>
      <pc:sldChg chg="addSp delSp modSp new mod modClrScheme chgLayout">
        <pc:chgData name="Vita Šakele" userId="22473504-fb74-45b6-b9ac-a87e59254042" providerId="ADAL" clId="{38846500-2C3E-4D3F-9C80-87AD60C2CA97}" dt="2020-09-06T21:00:20.650" v="756" actId="20577"/>
        <pc:sldMkLst>
          <pc:docMk/>
          <pc:sldMk cId="1658631696" sldId="266"/>
        </pc:sldMkLst>
        <pc:spChg chg="del">
          <ac:chgData name="Vita Šakele" userId="22473504-fb74-45b6-b9ac-a87e59254042" providerId="ADAL" clId="{38846500-2C3E-4D3F-9C80-87AD60C2CA97}" dt="2020-09-06T21:00:14.629" v="737" actId="700"/>
          <ac:spMkLst>
            <pc:docMk/>
            <pc:sldMk cId="1658631696" sldId="266"/>
            <ac:spMk id="2" creationId="{C86B3E37-785D-456E-A25D-257FA09E6D8A}"/>
          </ac:spMkLst>
        </pc:spChg>
        <pc:spChg chg="del mod ord">
          <ac:chgData name="Vita Šakele" userId="22473504-fb74-45b6-b9ac-a87e59254042" providerId="ADAL" clId="{38846500-2C3E-4D3F-9C80-87AD60C2CA97}" dt="2020-09-06T21:00:14.629" v="737" actId="700"/>
          <ac:spMkLst>
            <pc:docMk/>
            <pc:sldMk cId="1658631696" sldId="266"/>
            <ac:spMk id="3" creationId="{9F0AD839-E0D9-4FD5-B521-E56BC5063A8C}"/>
          </ac:spMkLst>
        </pc:spChg>
        <pc:spChg chg="mod ord">
          <ac:chgData name="Vita Šakele" userId="22473504-fb74-45b6-b9ac-a87e59254042" providerId="ADAL" clId="{38846500-2C3E-4D3F-9C80-87AD60C2CA97}" dt="2020-09-06T21:00:14.629" v="737" actId="700"/>
          <ac:spMkLst>
            <pc:docMk/>
            <pc:sldMk cId="1658631696" sldId="266"/>
            <ac:spMk id="4" creationId="{E4FD59A7-1100-41B6-945F-961B6CD28550}"/>
          </ac:spMkLst>
        </pc:spChg>
        <pc:spChg chg="add mod ord">
          <ac:chgData name="Vita Šakele" userId="22473504-fb74-45b6-b9ac-a87e59254042" providerId="ADAL" clId="{38846500-2C3E-4D3F-9C80-87AD60C2CA97}" dt="2020-09-06T21:00:20.650" v="756" actId="20577"/>
          <ac:spMkLst>
            <pc:docMk/>
            <pc:sldMk cId="1658631696" sldId="266"/>
            <ac:spMk id="5" creationId="{7916F0BB-3DD7-439C-9E94-882702C28E36}"/>
          </ac:spMkLst>
        </pc:spChg>
      </pc:sldChg>
      <pc:sldChg chg="addSp delSp modSp new mod">
        <pc:chgData name="Vita Šakele" userId="22473504-fb74-45b6-b9ac-a87e59254042" providerId="ADAL" clId="{38846500-2C3E-4D3F-9C80-87AD60C2CA97}" dt="2020-09-06T21:19:03.031" v="951" actId="1582"/>
        <pc:sldMkLst>
          <pc:docMk/>
          <pc:sldMk cId="3454208120" sldId="267"/>
        </pc:sldMkLst>
        <pc:spChg chg="del">
          <ac:chgData name="Vita Šakele" userId="22473504-fb74-45b6-b9ac-a87e59254042" providerId="ADAL" clId="{38846500-2C3E-4D3F-9C80-87AD60C2CA97}" dt="2020-09-06T21:05:13.643" v="757" actId="478"/>
          <ac:spMkLst>
            <pc:docMk/>
            <pc:sldMk cId="3454208120" sldId="267"/>
            <ac:spMk id="2" creationId="{974F400A-C8D8-4F0B-950B-02902A21B546}"/>
          </ac:spMkLst>
        </pc:spChg>
        <pc:spChg chg="mod">
          <ac:chgData name="Vita Šakele" userId="22473504-fb74-45b6-b9ac-a87e59254042" providerId="ADAL" clId="{38846500-2C3E-4D3F-9C80-87AD60C2CA97}" dt="2020-09-06T21:06:05.032" v="785" actId="20577"/>
          <ac:spMkLst>
            <pc:docMk/>
            <pc:sldMk cId="3454208120" sldId="267"/>
            <ac:spMk id="3" creationId="{05691BAF-B6E4-42B9-9291-574587D0A5F1}"/>
          </ac:spMkLst>
        </pc:spChg>
        <pc:spChg chg="add mod">
          <ac:chgData name="Vita Šakele" userId="22473504-fb74-45b6-b9ac-a87e59254042" providerId="ADAL" clId="{38846500-2C3E-4D3F-9C80-87AD60C2CA97}" dt="2020-09-06T21:17:20.799" v="941" actId="1076"/>
          <ac:spMkLst>
            <pc:docMk/>
            <pc:sldMk cId="3454208120" sldId="267"/>
            <ac:spMk id="6" creationId="{A87B7ED0-A31A-4EBE-96EC-8EDF062062E4}"/>
          </ac:spMkLst>
        </pc:spChg>
        <pc:spChg chg="add mod">
          <ac:chgData name="Vita Šakele" userId="22473504-fb74-45b6-b9ac-a87e59254042" providerId="ADAL" clId="{38846500-2C3E-4D3F-9C80-87AD60C2CA97}" dt="2020-09-06T21:17:14.107" v="940" actId="14100"/>
          <ac:spMkLst>
            <pc:docMk/>
            <pc:sldMk cId="3454208120" sldId="267"/>
            <ac:spMk id="7" creationId="{C5903E66-18AD-4FF0-AA45-3A1A93861C53}"/>
          </ac:spMkLst>
        </pc:spChg>
        <pc:spChg chg="add mod">
          <ac:chgData name="Vita Šakele" userId="22473504-fb74-45b6-b9ac-a87e59254042" providerId="ADAL" clId="{38846500-2C3E-4D3F-9C80-87AD60C2CA97}" dt="2020-09-06T21:16:53.922" v="936" actId="1076"/>
          <ac:spMkLst>
            <pc:docMk/>
            <pc:sldMk cId="3454208120" sldId="267"/>
            <ac:spMk id="8" creationId="{15FD1EE7-738A-418B-9EDE-7CFE9FA1BAA0}"/>
          </ac:spMkLst>
        </pc:spChg>
        <pc:spChg chg="add mod">
          <ac:chgData name="Vita Šakele" userId="22473504-fb74-45b6-b9ac-a87e59254042" providerId="ADAL" clId="{38846500-2C3E-4D3F-9C80-87AD60C2CA97}" dt="2020-09-06T21:16:49.220" v="935" actId="14100"/>
          <ac:spMkLst>
            <pc:docMk/>
            <pc:sldMk cId="3454208120" sldId="267"/>
            <ac:spMk id="9" creationId="{075CA2F4-973D-4408-B7C0-A2E029253F1B}"/>
          </ac:spMkLst>
        </pc:spChg>
        <pc:spChg chg="add mod">
          <ac:chgData name="Vita Šakele" userId="22473504-fb74-45b6-b9ac-a87e59254042" providerId="ADAL" clId="{38846500-2C3E-4D3F-9C80-87AD60C2CA97}" dt="2020-09-06T21:16:37.417" v="934" actId="403"/>
          <ac:spMkLst>
            <pc:docMk/>
            <pc:sldMk cId="3454208120" sldId="267"/>
            <ac:spMk id="10" creationId="{D878A9CF-8E4C-43B5-B2AD-FFE9D6CCAB6F}"/>
          </ac:spMkLst>
        </pc:spChg>
        <pc:spChg chg="add del mod">
          <ac:chgData name="Vita Šakele" userId="22473504-fb74-45b6-b9ac-a87e59254042" providerId="ADAL" clId="{38846500-2C3E-4D3F-9C80-87AD60C2CA97}" dt="2020-09-06T21:15:15.876" v="910"/>
          <ac:spMkLst>
            <pc:docMk/>
            <pc:sldMk cId="3454208120" sldId="267"/>
            <ac:spMk id="12" creationId="{7152BF45-A99B-4E17-9461-1D55C154B2AE}"/>
          </ac:spMkLst>
        </pc:spChg>
        <pc:spChg chg="add mod">
          <ac:chgData name="Vita Šakele" userId="22473504-fb74-45b6-b9ac-a87e59254042" providerId="ADAL" clId="{38846500-2C3E-4D3F-9C80-87AD60C2CA97}" dt="2020-09-06T21:14:46.176" v="906" actId="14100"/>
          <ac:spMkLst>
            <pc:docMk/>
            <pc:sldMk cId="3454208120" sldId="267"/>
            <ac:spMk id="14" creationId="{9BE5D945-43F7-4B18-8F24-BBDDD9D81079}"/>
          </ac:spMkLst>
        </pc:spChg>
        <pc:cxnChg chg="add mod">
          <ac:chgData name="Vita Šakele" userId="22473504-fb74-45b6-b9ac-a87e59254042" providerId="ADAL" clId="{38846500-2C3E-4D3F-9C80-87AD60C2CA97}" dt="2020-09-06T21:19:03.031" v="951" actId="1582"/>
          <ac:cxnSpMkLst>
            <pc:docMk/>
            <pc:sldMk cId="3454208120" sldId="267"/>
            <ac:cxnSpMk id="16" creationId="{8CCBBCFE-49D4-4D79-800E-A821372574DC}"/>
          </ac:cxnSpMkLst>
        </pc:cxnChg>
        <pc:cxnChg chg="add mod">
          <ac:chgData name="Vita Šakele" userId="22473504-fb74-45b6-b9ac-a87e59254042" providerId="ADAL" clId="{38846500-2C3E-4D3F-9C80-87AD60C2CA97}" dt="2020-09-06T21:19:03.031" v="951" actId="1582"/>
          <ac:cxnSpMkLst>
            <pc:docMk/>
            <pc:sldMk cId="3454208120" sldId="267"/>
            <ac:cxnSpMk id="18" creationId="{CC5FA711-C462-42A4-B461-FCA5D99BBA00}"/>
          </ac:cxnSpMkLst>
        </pc:cxnChg>
        <pc:cxnChg chg="add mod">
          <ac:chgData name="Vita Šakele" userId="22473504-fb74-45b6-b9ac-a87e59254042" providerId="ADAL" clId="{38846500-2C3E-4D3F-9C80-87AD60C2CA97}" dt="2020-09-06T21:19:03.031" v="951" actId="1582"/>
          <ac:cxnSpMkLst>
            <pc:docMk/>
            <pc:sldMk cId="3454208120" sldId="267"/>
            <ac:cxnSpMk id="20" creationId="{5968861E-E5C3-4C04-AA0B-2ABE0AD6A74F}"/>
          </ac:cxnSpMkLst>
        </pc:cxnChg>
        <pc:cxnChg chg="add mod">
          <ac:chgData name="Vita Šakele" userId="22473504-fb74-45b6-b9ac-a87e59254042" providerId="ADAL" clId="{38846500-2C3E-4D3F-9C80-87AD60C2CA97}" dt="2020-09-06T21:19:03.031" v="951" actId="1582"/>
          <ac:cxnSpMkLst>
            <pc:docMk/>
            <pc:sldMk cId="3454208120" sldId="267"/>
            <ac:cxnSpMk id="22" creationId="{70F4102E-C845-458C-A9E2-67BA16C98022}"/>
          </ac:cxnSpMkLst>
        </pc:cxnChg>
        <pc:cxnChg chg="add mod">
          <ac:chgData name="Vita Šakele" userId="22473504-fb74-45b6-b9ac-a87e59254042" providerId="ADAL" clId="{38846500-2C3E-4D3F-9C80-87AD60C2CA97}" dt="2020-09-06T21:18:37.784" v="949" actId="692"/>
          <ac:cxnSpMkLst>
            <pc:docMk/>
            <pc:sldMk cId="3454208120" sldId="267"/>
            <ac:cxnSpMk id="24" creationId="{FFE7F664-AF9F-44DD-9CEC-3AB5D4EDAC41}"/>
          </ac:cxnSpMkLst>
        </pc:cxnChg>
      </pc:sldChg>
      <pc:sldChg chg="modSp new mod">
        <pc:chgData name="Vita Šakele" userId="22473504-fb74-45b6-b9ac-a87e59254042" providerId="ADAL" clId="{38846500-2C3E-4D3F-9C80-87AD60C2CA97}" dt="2020-09-06T21:22:11.830" v="1058" actId="403"/>
        <pc:sldMkLst>
          <pc:docMk/>
          <pc:sldMk cId="1708052012" sldId="268"/>
        </pc:sldMkLst>
        <pc:spChg chg="mod">
          <ac:chgData name="Vita Šakele" userId="22473504-fb74-45b6-b9ac-a87e59254042" providerId="ADAL" clId="{38846500-2C3E-4D3F-9C80-87AD60C2CA97}" dt="2020-09-06T21:22:11.830" v="1058" actId="403"/>
          <ac:spMkLst>
            <pc:docMk/>
            <pc:sldMk cId="1708052012" sldId="268"/>
            <ac:spMk id="2" creationId="{A97A9EAB-D856-445A-AE3E-CF65FCB40C6B}"/>
          </ac:spMkLst>
        </pc:spChg>
        <pc:spChg chg="mod">
          <ac:chgData name="Vita Šakele" userId="22473504-fb74-45b6-b9ac-a87e59254042" providerId="ADAL" clId="{38846500-2C3E-4D3F-9C80-87AD60C2CA97}" dt="2020-09-06T21:19:46.374" v="975" actId="20577"/>
          <ac:spMkLst>
            <pc:docMk/>
            <pc:sldMk cId="1708052012" sldId="268"/>
            <ac:spMk id="3" creationId="{62FB7F77-EEDE-432B-9F66-6D76F3DAA8C5}"/>
          </ac:spMkLst>
        </pc:spChg>
      </pc:sldChg>
      <pc:sldChg chg="addSp delSp modSp new mod modClrScheme chgLayout">
        <pc:chgData name="Vita Šakele" userId="22473504-fb74-45b6-b9ac-a87e59254042" providerId="ADAL" clId="{38846500-2C3E-4D3F-9C80-87AD60C2CA97}" dt="2020-09-06T21:46:00.394" v="1089" actId="20577"/>
        <pc:sldMkLst>
          <pc:docMk/>
          <pc:sldMk cId="875542108" sldId="269"/>
        </pc:sldMkLst>
        <pc:spChg chg="del">
          <ac:chgData name="Vita Šakele" userId="22473504-fb74-45b6-b9ac-a87e59254042" providerId="ADAL" clId="{38846500-2C3E-4D3F-9C80-87AD60C2CA97}" dt="2020-09-06T21:45:48.645" v="1061" actId="700"/>
          <ac:spMkLst>
            <pc:docMk/>
            <pc:sldMk cId="875542108" sldId="269"/>
            <ac:spMk id="2" creationId="{536C9EF0-722A-4F22-878B-90088B0A52F7}"/>
          </ac:spMkLst>
        </pc:spChg>
        <pc:spChg chg="del mod ord">
          <ac:chgData name="Vita Šakele" userId="22473504-fb74-45b6-b9ac-a87e59254042" providerId="ADAL" clId="{38846500-2C3E-4D3F-9C80-87AD60C2CA97}" dt="2020-09-06T21:45:48.645" v="1061" actId="700"/>
          <ac:spMkLst>
            <pc:docMk/>
            <pc:sldMk cId="875542108" sldId="269"/>
            <ac:spMk id="3" creationId="{1F61761B-EBAE-4151-A2F4-F25EA12C43D3}"/>
          </ac:spMkLst>
        </pc:spChg>
        <pc:spChg chg="mod ord">
          <ac:chgData name="Vita Šakele" userId="22473504-fb74-45b6-b9ac-a87e59254042" providerId="ADAL" clId="{38846500-2C3E-4D3F-9C80-87AD60C2CA97}" dt="2020-09-06T21:45:48.645" v="1061" actId="700"/>
          <ac:spMkLst>
            <pc:docMk/>
            <pc:sldMk cId="875542108" sldId="269"/>
            <ac:spMk id="4" creationId="{C2BE8895-5DD0-494B-AF0B-E0B0B4F174A4}"/>
          </ac:spMkLst>
        </pc:spChg>
        <pc:spChg chg="add mod ord">
          <ac:chgData name="Vita Šakele" userId="22473504-fb74-45b6-b9ac-a87e59254042" providerId="ADAL" clId="{38846500-2C3E-4D3F-9C80-87AD60C2CA97}" dt="2020-09-06T21:46:00.394" v="1089" actId="20577"/>
          <ac:spMkLst>
            <pc:docMk/>
            <pc:sldMk cId="875542108" sldId="269"/>
            <ac:spMk id="5" creationId="{1913E629-4CE0-42F9-8283-4EC085A0F12F}"/>
          </ac:spMkLst>
        </pc:spChg>
      </pc:sldChg>
      <pc:sldChg chg="modSp new mod">
        <pc:chgData name="Vita Šakele" userId="22473504-fb74-45b6-b9ac-a87e59254042" providerId="ADAL" clId="{38846500-2C3E-4D3F-9C80-87AD60C2CA97}" dt="2020-09-06T21:50:56.420" v="1218" actId="6549"/>
        <pc:sldMkLst>
          <pc:docMk/>
          <pc:sldMk cId="2232704214" sldId="270"/>
        </pc:sldMkLst>
        <pc:spChg chg="mod">
          <ac:chgData name="Vita Šakele" userId="22473504-fb74-45b6-b9ac-a87e59254042" providerId="ADAL" clId="{38846500-2C3E-4D3F-9C80-87AD60C2CA97}" dt="2020-09-06T21:50:56.420" v="1218" actId="6549"/>
          <ac:spMkLst>
            <pc:docMk/>
            <pc:sldMk cId="2232704214" sldId="270"/>
            <ac:spMk id="2" creationId="{26F1BEF3-0BC7-4F0D-9016-A1669EB10C58}"/>
          </ac:spMkLst>
        </pc:spChg>
        <pc:spChg chg="mod">
          <ac:chgData name="Vita Šakele" userId="22473504-fb74-45b6-b9ac-a87e59254042" providerId="ADAL" clId="{38846500-2C3E-4D3F-9C80-87AD60C2CA97}" dt="2020-09-06T21:47:32.537" v="1094" actId="1076"/>
          <ac:spMkLst>
            <pc:docMk/>
            <pc:sldMk cId="2232704214" sldId="270"/>
            <ac:spMk id="3" creationId="{AB963672-86A7-4CBF-8033-2BDDF783AFD3}"/>
          </ac:spMkLst>
        </pc:spChg>
      </pc:sldChg>
      <pc:sldChg chg="modSp new mod">
        <pc:chgData name="Vita Šakele" userId="22473504-fb74-45b6-b9ac-a87e59254042" providerId="ADAL" clId="{38846500-2C3E-4D3F-9C80-87AD60C2CA97}" dt="2020-09-06T21:55:41.864" v="1337" actId="20577"/>
        <pc:sldMkLst>
          <pc:docMk/>
          <pc:sldMk cId="1320220040" sldId="271"/>
        </pc:sldMkLst>
        <pc:spChg chg="mod">
          <ac:chgData name="Vita Šakele" userId="22473504-fb74-45b6-b9ac-a87e59254042" providerId="ADAL" clId="{38846500-2C3E-4D3F-9C80-87AD60C2CA97}" dt="2020-09-06T21:55:41.864" v="1337" actId="20577"/>
          <ac:spMkLst>
            <pc:docMk/>
            <pc:sldMk cId="1320220040" sldId="271"/>
            <ac:spMk id="2" creationId="{18EFCED3-8E15-4563-994A-03B54AE07AC4}"/>
          </ac:spMkLst>
        </pc:spChg>
        <pc:spChg chg="mod">
          <ac:chgData name="Vita Šakele" userId="22473504-fb74-45b6-b9ac-a87e59254042" providerId="ADAL" clId="{38846500-2C3E-4D3F-9C80-87AD60C2CA97}" dt="2020-09-06T21:52:36.206" v="1248" actId="14100"/>
          <ac:spMkLst>
            <pc:docMk/>
            <pc:sldMk cId="1320220040" sldId="271"/>
            <ac:spMk id="3" creationId="{F10D3FE1-F635-4BF4-B6FE-B264CD6B981C}"/>
          </ac:spMkLst>
        </pc:spChg>
      </pc:sldChg>
      <pc:sldChg chg="addSp delSp modSp new mod modClrScheme chgLayout">
        <pc:chgData name="Vita Šakele" userId="22473504-fb74-45b6-b9ac-a87e59254042" providerId="ADAL" clId="{38846500-2C3E-4D3F-9C80-87AD60C2CA97}" dt="2020-09-06T21:57:23.199" v="1388" actId="20577"/>
        <pc:sldMkLst>
          <pc:docMk/>
          <pc:sldMk cId="3505271212" sldId="272"/>
        </pc:sldMkLst>
        <pc:spChg chg="del">
          <ac:chgData name="Vita Šakele" userId="22473504-fb74-45b6-b9ac-a87e59254042" providerId="ADAL" clId="{38846500-2C3E-4D3F-9C80-87AD60C2CA97}" dt="2020-09-06T21:57:01.038" v="1340" actId="700"/>
          <ac:spMkLst>
            <pc:docMk/>
            <pc:sldMk cId="3505271212" sldId="272"/>
            <ac:spMk id="2" creationId="{14E1F208-CDD2-4DBC-BD0D-08BA725A1E8C}"/>
          </ac:spMkLst>
        </pc:spChg>
        <pc:spChg chg="del mod ord">
          <ac:chgData name="Vita Šakele" userId="22473504-fb74-45b6-b9ac-a87e59254042" providerId="ADAL" clId="{38846500-2C3E-4D3F-9C80-87AD60C2CA97}" dt="2020-09-06T21:57:01.038" v="1340" actId="700"/>
          <ac:spMkLst>
            <pc:docMk/>
            <pc:sldMk cId="3505271212" sldId="272"/>
            <ac:spMk id="3" creationId="{BF694F1B-4382-4AD3-BB22-A3CCA998AE38}"/>
          </ac:spMkLst>
        </pc:spChg>
        <pc:spChg chg="mod ord">
          <ac:chgData name="Vita Šakele" userId="22473504-fb74-45b6-b9ac-a87e59254042" providerId="ADAL" clId="{38846500-2C3E-4D3F-9C80-87AD60C2CA97}" dt="2020-09-06T21:57:01.038" v="1340" actId="700"/>
          <ac:spMkLst>
            <pc:docMk/>
            <pc:sldMk cId="3505271212" sldId="272"/>
            <ac:spMk id="4" creationId="{DB06CE30-03D6-49A1-B891-A9A3FC27C528}"/>
          </ac:spMkLst>
        </pc:spChg>
        <pc:spChg chg="add mod ord">
          <ac:chgData name="Vita Šakele" userId="22473504-fb74-45b6-b9ac-a87e59254042" providerId="ADAL" clId="{38846500-2C3E-4D3F-9C80-87AD60C2CA97}" dt="2020-09-06T21:57:23.199" v="1388" actId="20577"/>
          <ac:spMkLst>
            <pc:docMk/>
            <pc:sldMk cId="3505271212" sldId="272"/>
            <ac:spMk id="5" creationId="{B4DB49F7-6B21-4C92-9DCD-5D19F20F1474}"/>
          </ac:spMkLst>
        </pc:spChg>
      </pc:sldChg>
      <pc:sldChg chg="addSp delSp modSp new add del mod modNotesTx">
        <pc:chgData name="Vita Šakele" userId="22473504-fb74-45b6-b9ac-a87e59254042" providerId="ADAL" clId="{38846500-2C3E-4D3F-9C80-87AD60C2CA97}" dt="2020-09-07T11:37:46.382" v="3114" actId="14100"/>
        <pc:sldMkLst>
          <pc:docMk/>
          <pc:sldMk cId="906172890" sldId="273"/>
        </pc:sldMkLst>
        <pc:spChg chg="del mod">
          <ac:chgData name="Vita Šakele" userId="22473504-fb74-45b6-b9ac-a87e59254042" providerId="ADAL" clId="{38846500-2C3E-4D3F-9C80-87AD60C2CA97}" dt="2020-09-06T21:59:15.577" v="1413" actId="478"/>
          <ac:spMkLst>
            <pc:docMk/>
            <pc:sldMk cId="906172890" sldId="273"/>
            <ac:spMk id="2" creationId="{0CEF1FF3-D18E-4791-B849-E36D3DE41642}"/>
          </ac:spMkLst>
        </pc:spChg>
        <pc:spChg chg="mod">
          <ac:chgData name="Vita Šakele" userId="22473504-fb74-45b6-b9ac-a87e59254042" providerId="ADAL" clId="{38846500-2C3E-4D3F-9C80-87AD60C2CA97}" dt="2020-09-06T21:58:49.126" v="1407" actId="20577"/>
          <ac:spMkLst>
            <pc:docMk/>
            <pc:sldMk cId="906172890" sldId="273"/>
            <ac:spMk id="3" creationId="{9763C906-0295-408A-A6C0-37C39A7C5638}"/>
          </ac:spMkLst>
        </pc:spChg>
        <pc:spChg chg="del">
          <ac:chgData name="Vita Šakele" userId="22473504-fb74-45b6-b9ac-a87e59254042" providerId="ADAL" clId="{38846500-2C3E-4D3F-9C80-87AD60C2CA97}" dt="2020-09-06T22:00:23.544" v="1428" actId="478"/>
          <ac:spMkLst>
            <pc:docMk/>
            <pc:sldMk cId="906172890" sldId="273"/>
            <ac:spMk id="4" creationId="{76ED8E62-E45A-43CF-BD0A-8D774EE707B2}"/>
          </ac:spMkLst>
        </pc:spChg>
        <pc:spChg chg="add mod">
          <ac:chgData name="Vita Šakele" userId="22473504-fb74-45b6-b9ac-a87e59254042" providerId="ADAL" clId="{38846500-2C3E-4D3F-9C80-87AD60C2CA97}" dt="2020-09-07T11:37:46.382" v="3114" actId="14100"/>
          <ac:spMkLst>
            <pc:docMk/>
            <pc:sldMk cId="906172890" sldId="273"/>
            <ac:spMk id="6" creationId="{B7E7397F-953C-4F68-83C6-D56BA6C2A616}"/>
          </ac:spMkLst>
        </pc:spChg>
        <pc:spChg chg="add del">
          <ac:chgData name="Vita Šakele" userId="22473504-fb74-45b6-b9ac-a87e59254042" providerId="ADAL" clId="{38846500-2C3E-4D3F-9C80-87AD60C2CA97}" dt="2020-09-06T21:59:45.580" v="1416" actId="22"/>
          <ac:spMkLst>
            <pc:docMk/>
            <pc:sldMk cId="906172890" sldId="273"/>
            <ac:spMk id="8" creationId="{EA627200-77D3-480B-96F3-FFCE26DFCC81}"/>
          </ac:spMkLst>
        </pc:spChg>
        <pc:spChg chg="add mod">
          <ac:chgData name="Vita Šakele" userId="22473504-fb74-45b6-b9ac-a87e59254042" providerId="ADAL" clId="{38846500-2C3E-4D3F-9C80-87AD60C2CA97}" dt="2020-09-07T11:37:46.382" v="3114" actId="14100"/>
          <ac:spMkLst>
            <pc:docMk/>
            <pc:sldMk cId="906172890" sldId="273"/>
            <ac:spMk id="10" creationId="{039A5E92-42B9-4D42-BD65-9C8C8F981FB6}"/>
          </ac:spMkLst>
        </pc:spChg>
        <pc:spChg chg="add del mod">
          <ac:chgData name="Vita Šakele" userId="22473504-fb74-45b6-b9ac-a87e59254042" providerId="ADAL" clId="{38846500-2C3E-4D3F-9C80-87AD60C2CA97}" dt="2020-09-06T22:13:05.829" v="1572" actId="478"/>
          <ac:spMkLst>
            <pc:docMk/>
            <pc:sldMk cId="906172890" sldId="273"/>
            <ac:spMk id="12" creationId="{8FF9F4FE-8C09-4A4C-AC47-7EB04F7C76FC}"/>
          </ac:spMkLst>
        </pc:spChg>
        <pc:spChg chg="add mod">
          <ac:chgData name="Vita Šakele" userId="22473504-fb74-45b6-b9ac-a87e59254042" providerId="ADAL" clId="{38846500-2C3E-4D3F-9C80-87AD60C2CA97}" dt="2020-09-07T11:37:46.382" v="3114" actId="14100"/>
          <ac:spMkLst>
            <pc:docMk/>
            <pc:sldMk cId="906172890" sldId="273"/>
            <ac:spMk id="14" creationId="{F0308DDA-6246-42CC-B53D-F8C4A5DCCDC5}"/>
          </ac:spMkLst>
        </pc:spChg>
        <pc:spChg chg="add mod">
          <ac:chgData name="Vita Šakele" userId="22473504-fb74-45b6-b9ac-a87e59254042" providerId="ADAL" clId="{38846500-2C3E-4D3F-9C80-87AD60C2CA97}" dt="2020-09-07T11:37:09.437" v="3090" actId="1036"/>
          <ac:spMkLst>
            <pc:docMk/>
            <pc:sldMk cId="906172890" sldId="273"/>
            <ac:spMk id="15" creationId="{E642D5E7-7CEC-4C64-A753-6F31AC414889}"/>
          </ac:spMkLst>
        </pc:spChg>
        <pc:spChg chg="add mod">
          <ac:chgData name="Vita Šakele" userId="22473504-fb74-45b6-b9ac-a87e59254042" providerId="ADAL" clId="{38846500-2C3E-4D3F-9C80-87AD60C2CA97}" dt="2020-09-07T11:36:56.729" v="3072" actId="1036"/>
          <ac:spMkLst>
            <pc:docMk/>
            <pc:sldMk cId="906172890" sldId="273"/>
            <ac:spMk id="16" creationId="{7575F67F-D2F9-4443-8D43-63B17182CEE5}"/>
          </ac:spMkLst>
        </pc:spChg>
        <pc:spChg chg="add mod">
          <ac:chgData name="Vita Šakele" userId="22473504-fb74-45b6-b9ac-a87e59254042" providerId="ADAL" clId="{38846500-2C3E-4D3F-9C80-87AD60C2CA97}" dt="2020-09-07T11:37:20.934" v="3104" actId="1036"/>
          <ac:spMkLst>
            <pc:docMk/>
            <pc:sldMk cId="906172890" sldId="273"/>
            <ac:spMk id="17" creationId="{276F04D5-B691-480E-86BB-28E8F964516D}"/>
          </ac:spMkLst>
        </pc:spChg>
        <pc:spChg chg="add mod">
          <ac:chgData name="Vita Šakele" userId="22473504-fb74-45b6-b9ac-a87e59254042" providerId="ADAL" clId="{38846500-2C3E-4D3F-9C80-87AD60C2CA97}" dt="2020-09-07T11:37:37.360" v="3113" actId="1035"/>
          <ac:spMkLst>
            <pc:docMk/>
            <pc:sldMk cId="906172890" sldId="273"/>
            <ac:spMk id="18" creationId="{0A7FEDFB-918F-4F21-8F2E-D04BC844CFAC}"/>
          </ac:spMkLst>
        </pc:spChg>
        <pc:spChg chg="add mod">
          <ac:chgData name="Vita Šakele" userId="22473504-fb74-45b6-b9ac-a87e59254042" providerId="ADAL" clId="{38846500-2C3E-4D3F-9C80-87AD60C2CA97}" dt="2020-09-07T11:36:41.899" v="3057" actId="403"/>
          <ac:spMkLst>
            <pc:docMk/>
            <pc:sldMk cId="906172890" sldId="273"/>
            <ac:spMk id="19" creationId="{3939DA56-6133-45D6-80E9-91F3201950E7}"/>
          </ac:spMkLst>
        </pc:spChg>
        <pc:spChg chg="add mod">
          <ac:chgData name="Vita Šakele" userId="22473504-fb74-45b6-b9ac-a87e59254042" providerId="ADAL" clId="{38846500-2C3E-4D3F-9C80-87AD60C2CA97}" dt="2020-09-07T11:36:41.899" v="3057" actId="403"/>
          <ac:spMkLst>
            <pc:docMk/>
            <pc:sldMk cId="906172890" sldId="273"/>
            <ac:spMk id="20" creationId="{FC49D770-CAB7-4C63-9E5A-B0C3003AA32F}"/>
          </ac:spMkLst>
        </pc:spChg>
        <pc:spChg chg="add mod">
          <ac:chgData name="Vita Šakele" userId="22473504-fb74-45b6-b9ac-a87e59254042" providerId="ADAL" clId="{38846500-2C3E-4D3F-9C80-87AD60C2CA97}" dt="2020-09-07T11:37:46.382" v="3114" actId="14100"/>
          <ac:spMkLst>
            <pc:docMk/>
            <pc:sldMk cId="906172890" sldId="273"/>
            <ac:spMk id="36" creationId="{AA3E5820-26CB-4FDD-B8CA-F6D920BCC4BC}"/>
          </ac:spMkLst>
        </pc:spChg>
        <pc:cxnChg chg="add mod">
          <ac:chgData name="Vita Šakele" userId="22473504-fb74-45b6-b9ac-a87e59254042" providerId="ADAL" clId="{38846500-2C3E-4D3F-9C80-87AD60C2CA97}" dt="2020-09-07T11:37:46.382" v="3114" actId="14100"/>
          <ac:cxnSpMkLst>
            <pc:docMk/>
            <pc:sldMk cId="906172890" sldId="273"/>
            <ac:cxnSpMk id="22" creationId="{E53B7FCD-F32F-4055-B30F-34DAAA63E2DF}"/>
          </ac:cxnSpMkLst>
        </pc:cxnChg>
        <pc:cxnChg chg="add mod">
          <ac:chgData name="Vita Šakele" userId="22473504-fb74-45b6-b9ac-a87e59254042" providerId="ADAL" clId="{38846500-2C3E-4D3F-9C80-87AD60C2CA97}" dt="2020-09-07T11:37:46.382" v="3114" actId="14100"/>
          <ac:cxnSpMkLst>
            <pc:docMk/>
            <pc:sldMk cId="906172890" sldId="273"/>
            <ac:cxnSpMk id="23" creationId="{B13A4AE6-7CD9-4B03-8FFA-618D702F8114}"/>
          </ac:cxnSpMkLst>
        </pc:cxnChg>
        <pc:cxnChg chg="add mod">
          <ac:chgData name="Vita Šakele" userId="22473504-fb74-45b6-b9ac-a87e59254042" providerId="ADAL" clId="{38846500-2C3E-4D3F-9C80-87AD60C2CA97}" dt="2020-09-07T11:37:46.382" v="3114" actId="14100"/>
          <ac:cxnSpMkLst>
            <pc:docMk/>
            <pc:sldMk cId="906172890" sldId="273"/>
            <ac:cxnSpMk id="24" creationId="{FFC05F79-6334-4ED5-8E81-41884CD908AC}"/>
          </ac:cxnSpMkLst>
        </pc:cxnChg>
        <pc:cxnChg chg="add mod">
          <ac:chgData name="Vita Šakele" userId="22473504-fb74-45b6-b9ac-a87e59254042" providerId="ADAL" clId="{38846500-2C3E-4D3F-9C80-87AD60C2CA97}" dt="2020-09-07T11:37:46.382" v="3114" actId="14100"/>
          <ac:cxnSpMkLst>
            <pc:docMk/>
            <pc:sldMk cId="906172890" sldId="273"/>
            <ac:cxnSpMk id="25" creationId="{494ECDDF-945F-4DD3-96E6-B129042EC6F5}"/>
          </ac:cxnSpMkLst>
        </pc:cxnChg>
      </pc:sldChg>
      <pc:sldChg chg="delSp modSp add mod modNotesTx">
        <pc:chgData name="Vita Šakele" userId="22473504-fb74-45b6-b9ac-a87e59254042" providerId="ADAL" clId="{38846500-2C3E-4D3F-9C80-87AD60C2CA97}" dt="2020-09-07T11:36:32.888" v="3056" actId="403"/>
        <pc:sldMkLst>
          <pc:docMk/>
          <pc:sldMk cId="1919872394" sldId="274"/>
        </pc:sldMkLst>
        <pc:spChg chg="mod">
          <ac:chgData name="Vita Šakele" userId="22473504-fb74-45b6-b9ac-a87e59254042" providerId="ADAL" clId="{38846500-2C3E-4D3F-9C80-87AD60C2CA97}" dt="2020-09-06T22:09:53.606" v="1552" actId="20577"/>
          <ac:spMkLst>
            <pc:docMk/>
            <pc:sldMk cId="1919872394" sldId="274"/>
            <ac:spMk id="3" creationId="{9763C906-0295-408A-A6C0-37C39A7C5638}"/>
          </ac:spMkLst>
        </pc:spChg>
        <pc:spChg chg="mod">
          <ac:chgData name="Vita Šakele" userId="22473504-fb74-45b6-b9ac-a87e59254042" providerId="ADAL" clId="{38846500-2C3E-4D3F-9C80-87AD60C2CA97}" dt="2020-09-07T11:35:56.019" v="3053" actId="403"/>
          <ac:spMkLst>
            <pc:docMk/>
            <pc:sldMk cId="1919872394" sldId="274"/>
            <ac:spMk id="6" creationId="{B7E7397F-953C-4F68-83C6-D56BA6C2A616}"/>
          </ac:spMkLst>
        </pc:spChg>
        <pc:spChg chg="mod">
          <ac:chgData name="Vita Šakele" userId="22473504-fb74-45b6-b9ac-a87e59254042" providerId="ADAL" clId="{38846500-2C3E-4D3F-9C80-87AD60C2CA97}" dt="2020-09-07T11:35:56.019" v="3053" actId="403"/>
          <ac:spMkLst>
            <pc:docMk/>
            <pc:sldMk cId="1919872394" sldId="274"/>
            <ac:spMk id="10" creationId="{039A5E92-42B9-4D42-BD65-9C8C8F981FB6}"/>
          </ac:spMkLst>
        </pc:spChg>
        <pc:spChg chg="mod">
          <ac:chgData name="Vita Šakele" userId="22473504-fb74-45b6-b9ac-a87e59254042" providerId="ADAL" clId="{38846500-2C3E-4D3F-9C80-87AD60C2CA97}" dt="2020-09-07T11:36:06.126" v="3054" actId="14100"/>
          <ac:spMkLst>
            <pc:docMk/>
            <pc:sldMk cId="1919872394" sldId="274"/>
            <ac:spMk id="12" creationId="{8FF9F4FE-8C09-4A4C-AC47-7EB04F7C76FC}"/>
          </ac:spMkLst>
        </pc:spChg>
        <pc:spChg chg="mod">
          <ac:chgData name="Vita Šakele" userId="22473504-fb74-45b6-b9ac-a87e59254042" providerId="ADAL" clId="{38846500-2C3E-4D3F-9C80-87AD60C2CA97}" dt="2020-09-07T11:35:56.019" v="3053" actId="403"/>
          <ac:spMkLst>
            <pc:docMk/>
            <pc:sldMk cId="1919872394" sldId="274"/>
            <ac:spMk id="14" creationId="{F0308DDA-6246-42CC-B53D-F8C4A5DCCDC5}"/>
          </ac:spMkLst>
        </pc:spChg>
        <pc:spChg chg="mod">
          <ac:chgData name="Vita Šakele" userId="22473504-fb74-45b6-b9ac-a87e59254042" providerId="ADAL" clId="{38846500-2C3E-4D3F-9C80-87AD60C2CA97}" dt="2020-09-07T11:35:56.019" v="3053" actId="403"/>
          <ac:spMkLst>
            <pc:docMk/>
            <pc:sldMk cId="1919872394" sldId="274"/>
            <ac:spMk id="15" creationId="{E642D5E7-7CEC-4C64-A753-6F31AC414889}"/>
          </ac:spMkLst>
        </pc:spChg>
        <pc:spChg chg="mod">
          <ac:chgData name="Vita Šakele" userId="22473504-fb74-45b6-b9ac-a87e59254042" providerId="ADAL" clId="{38846500-2C3E-4D3F-9C80-87AD60C2CA97}" dt="2020-09-07T11:35:56.019" v="3053" actId="403"/>
          <ac:spMkLst>
            <pc:docMk/>
            <pc:sldMk cId="1919872394" sldId="274"/>
            <ac:spMk id="16" creationId="{7575F67F-D2F9-4443-8D43-63B17182CEE5}"/>
          </ac:spMkLst>
        </pc:spChg>
        <pc:spChg chg="mod">
          <ac:chgData name="Vita Šakele" userId="22473504-fb74-45b6-b9ac-a87e59254042" providerId="ADAL" clId="{38846500-2C3E-4D3F-9C80-87AD60C2CA97}" dt="2020-09-07T11:36:11.128" v="3055" actId="1076"/>
          <ac:spMkLst>
            <pc:docMk/>
            <pc:sldMk cId="1919872394" sldId="274"/>
            <ac:spMk id="17" creationId="{276F04D5-B691-480E-86BB-28E8F964516D}"/>
          </ac:spMkLst>
        </pc:spChg>
        <pc:spChg chg="mod">
          <ac:chgData name="Vita Šakele" userId="22473504-fb74-45b6-b9ac-a87e59254042" providerId="ADAL" clId="{38846500-2C3E-4D3F-9C80-87AD60C2CA97}" dt="2020-09-07T11:35:56.019" v="3053" actId="403"/>
          <ac:spMkLst>
            <pc:docMk/>
            <pc:sldMk cId="1919872394" sldId="274"/>
            <ac:spMk id="18" creationId="{0A7FEDFB-918F-4F21-8F2E-D04BC844CFAC}"/>
          </ac:spMkLst>
        </pc:spChg>
        <pc:spChg chg="mod">
          <ac:chgData name="Vita Šakele" userId="22473504-fb74-45b6-b9ac-a87e59254042" providerId="ADAL" clId="{38846500-2C3E-4D3F-9C80-87AD60C2CA97}" dt="2020-09-07T11:36:32.888" v="3056" actId="403"/>
          <ac:spMkLst>
            <pc:docMk/>
            <pc:sldMk cId="1919872394" sldId="274"/>
            <ac:spMk id="19" creationId="{3939DA56-6133-45D6-80E9-91F3201950E7}"/>
          </ac:spMkLst>
        </pc:spChg>
        <pc:spChg chg="mod">
          <ac:chgData name="Vita Šakele" userId="22473504-fb74-45b6-b9ac-a87e59254042" providerId="ADAL" clId="{38846500-2C3E-4D3F-9C80-87AD60C2CA97}" dt="2020-09-07T11:36:32.888" v="3056" actId="403"/>
          <ac:spMkLst>
            <pc:docMk/>
            <pc:sldMk cId="1919872394" sldId="274"/>
            <ac:spMk id="20" creationId="{FC49D770-CAB7-4C63-9E5A-B0C3003AA32F}"/>
          </ac:spMkLst>
        </pc:spChg>
        <pc:spChg chg="del mod">
          <ac:chgData name="Vita Šakele" userId="22473504-fb74-45b6-b9ac-a87e59254042" providerId="ADAL" clId="{38846500-2C3E-4D3F-9C80-87AD60C2CA97}" dt="2020-09-06T22:13:28.787" v="1577" actId="478"/>
          <ac:spMkLst>
            <pc:docMk/>
            <pc:sldMk cId="1919872394" sldId="274"/>
            <ac:spMk id="36" creationId="{AA3E5820-26CB-4FDD-B8CA-F6D920BCC4BC}"/>
          </ac:spMkLst>
        </pc:spChg>
        <pc:cxnChg chg="mod">
          <ac:chgData name="Vita Šakele" userId="22473504-fb74-45b6-b9ac-a87e59254042" providerId="ADAL" clId="{38846500-2C3E-4D3F-9C80-87AD60C2CA97}" dt="2020-09-07T11:36:11.128" v="3055" actId="1076"/>
          <ac:cxnSpMkLst>
            <pc:docMk/>
            <pc:sldMk cId="1919872394" sldId="274"/>
            <ac:cxnSpMk id="24" creationId="{FFC05F79-6334-4ED5-8E81-41884CD908AC}"/>
          </ac:cxnSpMkLst>
        </pc:cxnChg>
      </pc:sldChg>
      <pc:sldChg chg="modSp add del mod">
        <pc:chgData name="Vita Šakele" userId="22473504-fb74-45b6-b9ac-a87e59254042" providerId="ADAL" clId="{38846500-2C3E-4D3F-9C80-87AD60C2CA97}" dt="2020-09-06T22:09:44.188" v="1549" actId="47"/>
        <pc:sldMkLst>
          <pc:docMk/>
          <pc:sldMk cId="2826151412" sldId="274"/>
        </pc:sldMkLst>
        <pc:spChg chg="mod">
          <ac:chgData name="Vita Šakele" userId="22473504-fb74-45b6-b9ac-a87e59254042" providerId="ADAL" clId="{38846500-2C3E-4D3F-9C80-87AD60C2CA97}" dt="2020-09-06T21:58:59.914" v="1412" actId="20577"/>
          <ac:spMkLst>
            <pc:docMk/>
            <pc:sldMk cId="2826151412" sldId="274"/>
            <ac:spMk id="3" creationId="{9763C906-0295-408A-A6C0-37C39A7C5638}"/>
          </ac:spMkLst>
        </pc:spChg>
      </pc:sldChg>
      <pc:sldChg chg="addSp delSp modSp new mod">
        <pc:chgData name="Vita Šakele" userId="22473504-fb74-45b6-b9ac-a87e59254042" providerId="ADAL" clId="{38846500-2C3E-4D3F-9C80-87AD60C2CA97}" dt="2020-09-07T11:35:42.789" v="3052" actId="403"/>
        <pc:sldMkLst>
          <pc:docMk/>
          <pc:sldMk cId="4205165332" sldId="275"/>
        </pc:sldMkLst>
        <pc:spChg chg="del">
          <ac:chgData name="Vita Šakele" userId="22473504-fb74-45b6-b9ac-a87e59254042" providerId="ADAL" clId="{38846500-2C3E-4D3F-9C80-87AD60C2CA97}" dt="2020-09-06T22:24:25.677" v="1668" actId="3680"/>
          <ac:spMkLst>
            <pc:docMk/>
            <pc:sldMk cId="4205165332" sldId="275"/>
            <ac:spMk id="2" creationId="{52C22FB8-68FE-4AB7-9B3E-99D92D317836}"/>
          </ac:spMkLst>
        </pc:spChg>
        <pc:spChg chg="mod">
          <ac:chgData name="Vita Šakele" userId="22473504-fb74-45b6-b9ac-a87e59254042" providerId="ADAL" clId="{38846500-2C3E-4D3F-9C80-87AD60C2CA97}" dt="2020-09-06T22:23:50.408" v="1667" actId="20577"/>
          <ac:spMkLst>
            <pc:docMk/>
            <pc:sldMk cId="4205165332" sldId="275"/>
            <ac:spMk id="3" creationId="{63A04773-EC43-4838-8DB9-799360149F2F}"/>
          </ac:spMkLst>
        </pc:spChg>
        <pc:graphicFrameChg chg="add mod ord modGraphic">
          <ac:chgData name="Vita Šakele" userId="22473504-fb74-45b6-b9ac-a87e59254042" providerId="ADAL" clId="{38846500-2C3E-4D3F-9C80-87AD60C2CA97}" dt="2020-09-07T11:35:42.789" v="3052" actId="403"/>
          <ac:graphicFrameMkLst>
            <pc:docMk/>
            <pc:sldMk cId="4205165332" sldId="275"/>
            <ac:graphicFrameMk id="5" creationId="{78C355F9-52FE-4A9C-A188-BED17BD7571F}"/>
          </ac:graphicFrameMkLst>
        </pc:graphicFrameChg>
      </pc:sldChg>
      <pc:sldChg chg="addSp modSp new mod modNotesTx">
        <pc:chgData name="Vita Šakele" userId="22473504-fb74-45b6-b9ac-a87e59254042" providerId="ADAL" clId="{38846500-2C3E-4D3F-9C80-87AD60C2CA97}" dt="2020-09-07T11:38:07.222" v="3117" actId="403"/>
        <pc:sldMkLst>
          <pc:docMk/>
          <pc:sldMk cId="2345697242" sldId="276"/>
        </pc:sldMkLst>
        <pc:spChg chg="mod">
          <ac:chgData name="Vita Šakele" userId="22473504-fb74-45b6-b9ac-a87e59254042" providerId="ADAL" clId="{38846500-2C3E-4D3F-9C80-87AD60C2CA97}" dt="2020-09-06T22:55:39.124" v="2194" actId="1076"/>
          <ac:spMkLst>
            <pc:docMk/>
            <pc:sldMk cId="2345697242" sldId="276"/>
            <ac:spMk id="3" creationId="{0AB80DF8-96E9-4A29-BC1C-35450C58C1D0}"/>
          </ac:spMkLst>
        </pc:spChg>
        <pc:graphicFrameChg chg="add mod modGraphic">
          <ac:chgData name="Vita Šakele" userId="22473504-fb74-45b6-b9ac-a87e59254042" providerId="ADAL" clId="{38846500-2C3E-4D3F-9C80-87AD60C2CA97}" dt="2020-09-07T11:38:07.222" v="3117" actId="403"/>
          <ac:graphicFrameMkLst>
            <pc:docMk/>
            <pc:sldMk cId="2345697242" sldId="276"/>
            <ac:graphicFrameMk id="5" creationId="{4BFC99FD-E98B-4A15-90FC-5A0A0E20F34F}"/>
          </ac:graphicFrameMkLst>
        </pc:graphicFrameChg>
      </pc:sldChg>
      <pc:sldChg chg="addSp modSp new mod modNotesTx">
        <pc:chgData name="Vita Šakele" userId="22473504-fb74-45b6-b9ac-a87e59254042" providerId="ADAL" clId="{38846500-2C3E-4D3F-9C80-87AD60C2CA97}" dt="2020-09-07T13:54:05.553" v="3212" actId="20577"/>
        <pc:sldMkLst>
          <pc:docMk/>
          <pc:sldMk cId="2278328966" sldId="277"/>
        </pc:sldMkLst>
        <pc:spChg chg="mod">
          <ac:chgData name="Vita Šakele" userId="22473504-fb74-45b6-b9ac-a87e59254042" providerId="ADAL" clId="{38846500-2C3E-4D3F-9C80-87AD60C2CA97}" dt="2020-09-06T23:12:27.403" v="2556" actId="20577"/>
          <ac:spMkLst>
            <pc:docMk/>
            <pc:sldMk cId="2278328966" sldId="277"/>
            <ac:spMk id="3" creationId="{88CD9B4C-2C2F-46C3-A158-5CC4C78C6BC8}"/>
          </ac:spMkLst>
        </pc:spChg>
        <pc:graphicFrameChg chg="add mod modGraphic">
          <ac:chgData name="Vita Šakele" userId="22473504-fb74-45b6-b9ac-a87e59254042" providerId="ADAL" clId="{38846500-2C3E-4D3F-9C80-87AD60C2CA97}" dt="2020-09-07T13:54:05.553" v="3212" actId="20577"/>
          <ac:graphicFrameMkLst>
            <pc:docMk/>
            <pc:sldMk cId="2278328966" sldId="277"/>
            <ac:graphicFrameMk id="6" creationId="{C2AE6901-CC30-43FB-B14B-7B385FEF708D}"/>
          </ac:graphicFrameMkLst>
        </pc:graphicFrameChg>
      </pc:sldChg>
      <pc:sldChg chg="modSp add mod modNotesTx">
        <pc:chgData name="Vita Šakele" userId="22473504-fb74-45b6-b9ac-a87e59254042" providerId="ADAL" clId="{38846500-2C3E-4D3F-9C80-87AD60C2CA97}" dt="2020-09-07T11:48:40.676" v="3120" actId="20577"/>
        <pc:sldMkLst>
          <pc:docMk/>
          <pc:sldMk cId="1821427176" sldId="278"/>
        </pc:sldMkLst>
        <pc:spChg chg="mod">
          <ac:chgData name="Vita Šakele" userId="22473504-fb74-45b6-b9ac-a87e59254042" providerId="ADAL" clId="{38846500-2C3E-4D3F-9C80-87AD60C2CA97}" dt="2020-09-07T11:05:07.147" v="2880" actId="6549"/>
          <ac:spMkLst>
            <pc:docMk/>
            <pc:sldMk cId="1821427176" sldId="278"/>
            <ac:spMk id="2" creationId="{7241E573-C586-4A65-8845-38847CD08E56}"/>
          </ac:spMkLst>
        </pc:spChg>
        <pc:spChg chg="mod">
          <ac:chgData name="Vita Šakele" userId="22473504-fb74-45b6-b9ac-a87e59254042" providerId="ADAL" clId="{38846500-2C3E-4D3F-9C80-87AD60C2CA97}" dt="2020-09-06T23:04:40.423" v="2372" actId="20577"/>
          <ac:spMkLst>
            <pc:docMk/>
            <pc:sldMk cId="1821427176" sldId="278"/>
            <ac:spMk id="3" creationId="{0AB80DF8-96E9-4A29-BC1C-35450C58C1D0}"/>
          </ac:spMkLst>
        </pc:spChg>
        <pc:graphicFrameChg chg="mod modGraphic">
          <ac:chgData name="Vita Šakele" userId="22473504-fb74-45b6-b9ac-a87e59254042" providerId="ADAL" clId="{38846500-2C3E-4D3F-9C80-87AD60C2CA97}" dt="2020-09-07T11:48:40.676" v="3120" actId="20577"/>
          <ac:graphicFrameMkLst>
            <pc:docMk/>
            <pc:sldMk cId="1821427176" sldId="278"/>
            <ac:graphicFrameMk id="5" creationId="{4BFC99FD-E98B-4A15-90FC-5A0A0E20F34F}"/>
          </ac:graphicFrameMkLst>
        </pc:graphicFrameChg>
      </pc:sldChg>
      <pc:sldChg chg="modSp add mod modNotesTx">
        <pc:chgData name="Vita Šakele" userId="22473504-fb74-45b6-b9ac-a87e59254042" providerId="ADAL" clId="{38846500-2C3E-4D3F-9C80-87AD60C2CA97}" dt="2020-09-07T11:49:05.741" v="3122" actId="2165"/>
        <pc:sldMkLst>
          <pc:docMk/>
          <pc:sldMk cId="3694891694" sldId="279"/>
        </pc:sldMkLst>
        <pc:spChg chg="mod">
          <ac:chgData name="Vita Šakele" userId="22473504-fb74-45b6-b9ac-a87e59254042" providerId="ADAL" clId="{38846500-2C3E-4D3F-9C80-87AD60C2CA97}" dt="2020-09-06T23:05:25.792" v="2447" actId="20577"/>
          <ac:spMkLst>
            <pc:docMk/>
            <pc:sldMk cId="3694891694" sldId="279"/>
            <ac:spMk id="3" creationId="{0AB80DF8-96E9-4A29-BC1C-35450C58C1D0}"/>
          </ac:spMkLst>
        </pc:spChg>
        <pc:graphicFrameChg chg="mod modGraphic">
          <ac:chgData name="Vita Šakele" userId="22473504-fb74-45b6-b9ac-a87e59254042" providerId="ADAL" clId="{38846500-2C3E-4D3F-9C80-87AD60C2CA97}" dt="2020-09-07T11:49:05.741" v="3122" actId="2165"/>
          <ac:graphicFrameMkLst>
            <pc:docMk/>
            <pc:sldMk cId="3694891694" sldId="279"/>
            <ac:graphicFrameMk id="5" creationId="{4BFC99FD-E98B-4A15-90FC-5A0A0E20F34F}"/>
          </ac:graphicFrameMkLst>
        </pc:graphicFrameChg>
      </pc:sldChg>
      <pc:sldChg chg="modSp add mod">
        <pc:chgData name="Vita Šakele" userId="22473504-fb74-45b6-b9ac-a87e59254042" providerId="ADAL" clId="{38846500-2C3E-4D3F-9C80-87AD60C2CA97}" dt="2020-09-07T18:55:20.122" v="3372" actId="403"/>
        <pc:sldMkLst>
          <pc:docMk/>
          <pc:sldMk cId="256157766" sldId="280"/>
        </pc:sldMkLst>
        <pc:spChg chg="mod">
          <ac:chgData name="Vita Šakele" userId="22473504-fb74-45b6-b9ac-a87e59254042" providerId="ADAL" clId="{38846500-2C3E-4D3F-9C80-87AD60C2CA97}" dt="2020-09-06T23:13:16.480" v="2580" actId="20577"/>
          <ac:spMkLst>
            <pc:docMk/>
            <pc:sldMk cId="256157766" sldId="280"/>
            <ac:spMk id="3" creationId="{88CD9B4C-2C2F-46C3-A158-5CC4C78C6BC8}"/>
          </ac:spMkLst>
        </pc:spChg>
        <pc:graphicFrameChg chg="mod modGraphic">
          <ac:chgData name="Vita Šakele" userId="22473504-fb74-45b6-b9ac-a87e59254042" providerId="ADAL" clId="{38846500-2C3E-4D3F-9C80-87AD60C2CA97}" dt="2020-09-07T18:55:20.122" v="3372" actId="403"/>
          <ac:graphicFrameMkLst>
            <pc:docMk/>
            <pc:sldMk cId="256157766" sldId="280"/>
            <ac:graphicFrameMk id="6" creationId="{C2AE6901-CC30-43FB-B14B-7B385FEF708D}"/>
          </ac:graphicFrameMkLst>
        </pc:graphicFrameChg>
      </pc:sldChg>
      <pc:sldChg chg="addSp delSp modSp new mod modClrScheme chgLayout">
        <pc:chgData name="Vita Šakele" userId="22473504-fb74-45b6-b9ac-a87e59254042" providerId="ADAL" clId="{38846500-2C3E-4D3F-9C80-87AD60C2CA97}" dt="2020-09-07T18:57:03.857" v="3376"/>
        <pc:sldMkLst>
          <pc:docMk/>
          <pc:sldMk cId="2821809299" sldId="281"/>
        </pc:sldMkLst>
        <pc:spChg chg="del">
          <ac:chgData name="Vita Šakele" userId="22473504-fb74-45b6-b9ac-a87e59254042" providerId="ADAL" clId="{38846500-2C3E-4D3F-9C80-87AD60C2CA97}" dt="2020-09-07T18:57:01.324" v="3375" actId="700"/>
          <ac:spMkLst>
            <pc:docMk/>
            <pc:sldMk cId="2821809299" sldId="281"/>
            <ac:spMk id="2" creationId="{A9CF87DE-288E-458B-8669-AA126C669946}"/>
          </ac:spMkLst>
        </pc:spChg>
        <pc:spChg chg="del mod ord">
          <ac:chgData name="Vita Šakele" userId="22473504-fb74-45b6-b9ac-a87e59254042" providerId="ADAL" clId="{38846500-2C3E-4D3F-9C80-87AD60C2CA97}" dt="2020-09-07T18:57:01.324" v="3375" actId="700"/>
          <ac:spMkLst>
            <pc:docMk/>
            <pc:sldMk cId="2821809299" sldId="281"/>
            <ac:spMk id="3" creationId="{E8139739-B3B9-4F1F-8B18-922F831B530C}"/>
          </ac:spMkLst>
        </pc:spChg>
        <pc:spChg chg="mod ord">
          <ac:chgData name="Vita Šakele" userId="22473504-fb74-45b6-b9ac-a87e59254042" providerId="ADAL" clId="{38846500-2C3E-4D3F-9C80-87AD60C2CA97}" dt="2020-09-07T18:57:01.324" v="3375" actId="700"/>
          <ac:spMkLst>
            <pc:docMk/>
            <pc:sldMk cId="2821809299" sldId="281"/>
            <ac:spMk id="4" creationId="{2D19375E-4F75-4AFB-8F66-77DCDCF99943}"/>
          </ac:spMkLst>
        </pc:spChg>
        <pc:spChg chg="add mod ord">
          <ac:chgData name="Vita Šakele" userId="22473504-fb74-45b6-b9ac-a87e59254042" providerId="ADAL" clId="{38846500-2C3E-4D3F-9C80-87AD60C2CA97}" dt="2020-09-07T18:57:03.857" v="3376"/>
          <ac:spMkLst>
            <pc:docMk/>
            <pc:sldMk cId="2821809299" sldId="281"/>
            <ac:spMk id="5" creationId="{2E2AB00A-0F10-443B-A0E9-BDA9F47CC218}"/>
          </ac:spMkLst>
        </pc:spChg>
      </pc:sldChg>
      <pc:sldChg chg="addSp delSp modSp new mod">
        <pc:chgData name="Vita Šakele" userId="22473504-fb74-45b6-b9ac-a87e59254042" providerId="ADAL" clId="{38846500-2C3E-4D3F-9C80-87AD60C2CA97}" dt="2020-09-07T19:16:13.090" v="3605" actId="122"/>
        <pc:sldMkLst>
          <pc:docMk/>
          <pc:sldMk cId="1117116074" sldId="282"/>
        </pc:sldMkLst>
        <pc:spChg chg="del">
          <ac:chgData name="Vita Šakele" userId="22473504-fb74-45b6-b9ac-a87e59254042" providerId="ADAL" clId="{38846500-2C3E-4D3F-9C80-87AD60C2CA97}" dt="2020-09-07T19:02:07.226" v="3437" actId="478"/>
          <ac:spMkLst>
            <pc:docMk/>
            <pc:sldMk cId="1117116074" sldId="282"/>
            <ac:spMk id="2" creationId="{424D8115-C0D1-481B-A18A-6AC159C266BA}"/>
          </ac:spMkLst>
        </pc:spChg>
        <pc:spChg chg="mod">
          <ac:chgData name="Vita Šakele" userId="22473504-fb74-45b6-b9ac-a87e59254042" providerId="ADAL" clId="{38846500-2C3E-4D3F-9C80-87AD60C2CA97}" dt="2020-09-07T19:16:13.090" v="3605" actId="122"/>
          <ac:spMkLst>
            <pc:docMk/>
            <pc:sldMk cId="1117116074" sldId="282"/>
            <ac:spMk id="3" creationId="{69B3F60C-9AC5-4337-961D-EF121922C1B9}"/>
          </ac:spMkLst>
        </pc:spChg>
        <pc:graphicFrameChg chg="add mod modGraphic">
          <ac:chgData name="Vita Šakele" userId="22473504-fb74-45b6-b9ac-a87e59254042" providerId="ADAL" clId="{38846500-2C3E-4D3F-9C80-87AD60C2CA97}" dt="2020-09-07T19:15:03.570" v="3586" actId="207"/>
          <ac:graphicFrameMkLst>
            <pc:docMk/>
            <pc:sldMk cId="1117116074" sldId="282"/>
            <ac:graphicFrameMk id="6" creationId="{3814F53C-ED2F-4BFD-A399-F6F1D2FBC851}"/>
          </ac:graphicFrameMkLst>
        </pc:graphicFrameChg>
      </pc:sldChg>
      <pc:sldChg chg="addSp delSp modSp add mod ord">
        <pc:chgData name="Vita Šakele" userId="22473504-fb74-45b6-b9ac-a87e59254042" providerId="ADAL" clId="{38846500-2C3E-4D3F-9C80-87AD60C2CA97}" dt="2020-09-07T19:31:48.761" v="3747" actId="2165"/>
        <pc:sldMkLst>
          <pc:docMk/>
          <pc:sldMk cId="2629221719" sldId="283"/>
        </pc:sldMkLst>
        <pc:spChg chg="del">
          <ac:chgData name="Vita Šakele" userId="22473504-fb74-45b6-b9ac-a87e59254042" providerId="ADAL" clId="{38846500-2C3E-4D3F-9C80-87AD60C2CA97}" dt="2020-09-07T19:24:28.542" v="3607" actId="478"/>
          <ac:spMkLst>
            <pc:docMk/>
            <pc:sldMk cId="2629221719" sldId="283"/>
            <ac:spMk id="2" creationId="{424D8115-C0D1-481B-A18A-6AC159C266BA}"/>
          </ac:spMkLst>
        </pc:spChg>
        <pc:spChg chg="mod">
          <ac:chgData name="Vita Šakele" userId="22473504-fb74-45b6-b9ac-a87e59254042" providerId="ADAL" clId="{38846500-2C3E-4D3F-9C80-87AD60C2CA97}" dt="2020-09-07T19:16:07.119" v="3602" actId="122"/>
          <ac:spMkLst>
            <pc:docMk/>
            <pc:sldMk cId="2629221719" sldId="283"/>
            <ac:spMk id="3" creationId="{69B3F60C-9AC5-4337-961D-EF121922C1B9}"/>
          </ac:spMkLst>
        </pc:spChg>
        <pc:spChg chg="del">
          <ac:chgData name="Vita Šakele" userId="22473504-fb74-45b6-b9ac-a87e59254042" providerId="ADAL" clId="{38846500-2C3E-4D3F-9C80-87AD60C2CA97}" dt="2020-09-07T19:30:44.871" v="3714" actId="478"/>
          <ac:spMkLst>
            <pc:docMk/>
            <pc:sldMk cId="2629221719" sldId="283"/>
            <ac:spMk id="4" creationId="{2CFF175F-0BCD-42D8-B987-F86D3C5D8A75}"/>
          </ac:spMkLst>
        </pc:spChg>
        <pc:graphicFrameChg chg="add mod modGraphic">
          <ac:chgData name="Vita Šakele" userId="22473504-fb74-45b6-b9ac-a87e59254042" providerId="ADAL" clId="{38846500-2C3E-4D3F-9C80-87AD60C2CA97}" dt="2020-09-07T19:31:48.761" v="3747" actId="2165"/>
          <ac:graphicFrameMkLst>
            <pc:docMk/>
            <pc:sldMk cId="2629221719" sldId="283"/>
            <ac:graphicFrameMk id="6" creationId="{186016A3-2310-49AA-9B48-9FB659A85398}"/>
          </ac:graphicFrameMkLst>
        </pc:graphicFrameChg>
      </pc:sldChg>
      <pc:sldChg chg="addSp delSp modSp new mod ord">
        <pc:chgData name="Vita Šakele" userId="22473504-fb74-45b6-b9ac-a87e59254042" providerId="ADAL" clId="{38846500-2C3E-4D3F-9C80-87AD60C2CA97}" dt="2020-09-07T20:41:22.271" v="5178" actId="113"/>
        <pc:sldMkLst>
          <pc:docMk/>
          <pc:sldMk cId="215104598" sldId="284"/>
        </pc:sldMkLst>
        <pc:spChg chg="del">
          <ac:chgData name="Vita Šakele" userId="22473504-fb74-45b6-b9ac-a87e59254042" providerId="ADAL" clId="{38846500-2C3E-4D3F-9C80-87AD60C2CA97}" dt="2020-09-07T19:24:18.706" v="3606" actId="478"/>
          <ac:spMkLst>
            <pc:docMk/>
            <pc:sldMk cId="215104598" sldId="284"/>
            <ac:spMk id="2" creationId="{BB4B9AF6-E9E3-4A3B-8FCE-79ABE2F68C28}"/>
          </ac:spMkLst>
        </pc:spChg>
        <pc:spChg chg="mod">
          <ac:chgData name="Vita Šakele" userId="22473504-fb74-45b6-b9ac-a87e59254042" providerId="ADAL" clId="{38846500-2C3E-4D3F-9C80-87AD60C2CA97}" dt="2020-09-07T19:28:30.984" v="3680" actId="20577"/>
          <ac:spMkLst>
            <pc:docMk/>
            <pc:sldMk cId="215104598" sldId="284"/>
            <ac:spMk id="3" creationId="{7120010A-4F19-4339-9810-EF0A07682D0A}"/>
          </ac:spMkLst>
        </pc:spChg>
        <pc:spChg chg="add mod">
          <ac:chgData name="Vita Šakele" userId="22473504-fb74-45b6-b9ac-a87e59254042" providerId="ADAL" clId="{38846500-2C3E-4D3F-9C80-87AD60C2CA97}" dt="2020-09-07T20:41:22.271" v="5178" actId="113"/>
          <ac:spMkLst>
            <pc:docMk/>
            <pc:sldMk cId="215104598" sldId="284"/>
            <ac:spMk id="7" creationId="{442FA93F-87E3-4171-9027-8A056395BB11}"/>
          </ac:spMkLst>
        </pc:spChg>
        <pc:spChg chg="add mod">
          <ac:chgData name="Vita Šakele" userId="22473504-fb74-45b6-b9ac-a87e59254042" providerId="ADAL" clId="{38846500-2C3E-4D3F-9C80-87AD60C2CA97}" dt="2020-09-07T20:41:22.271" v="5178" actId="113"/>
          <ac:spMkLst>
            <pc:docMk/>
            <pc:sldMk cId="215104598" sldId="284"/>
            <ac:spMk id="9" creationId="{4AAF510C-E261-4022-AEF7-914D1B84BC1E}"/>
          </ac:spMkLst>
        </pc:spChg>
        <pc:graphicFrameChg chg="add modGraphic">
          <ac:chgData name="Vita Šakele" userId="22473504-fb74-45b6-b9ac-a87e59254042" providerId="ADAL" clId="{38846500-2C3E-4D3F-9C80-87AD60C2CA97}" dt="2020-09-07T20:37:58.455" v="5155" actId="2165"/>
          <ac:graphicFrameMkLst>
            <pc:docMk/>
            <pc:sldMk cId="215104598" sldId="284"/>
            <ac:graphicFrameMk id="6" creationId="{EB7ECCD2-0444-4451-AF1E-AB8D39253AF5}"/>
          </ac:graphicFrameMkLst>
        </pc:graphicFrameChg>
      </pc:sldChg>
      <pc:sldChg chg="addSp delSp modSp add mod">
        <pc:chgData name="Vita Šakele" userId="22473504-fb74-45b6-b9ac-a87e59254042" providerId="ADAL" clId="{38846500-2C3E-4D3F-9C80-87AD60C2CA97}" dt="2020-09-07T20:21:43.384" v="4750" actId="14100"/>
        <pc:sldMkLst>
          <pc:docMk/>
          <pc:sldMk cId="2283192502" sldId="285"/>
        </pc:sldMkLst>
        <pc:spChg chg="mod">
          <ac:chgData name="Vita Šakele" userId="22473504-fb74-45b6-b9ac-a87e59254042" providerId="ADAL" clId="{38846500-2C3E-4D3F-9C80-87AD60C2CA97}" dt="2020-09-07T19:25:20.144" v="3619" actId="20577"/>
          <ac:spMkLst>
            <pc:docMk/>
            <pc:sldMk cId="2283192502" sldId="285"/>
            <ac:spMk id="3" creationId="{7120010A-4F19-4339-9810-EF0A07682D0A}"/>
          </ac:spMkLst>
        </pc:spChg>
        <pc:spChg chg="del">
          <ac:chgData name="Vita Šakele" userId="22473504-fb74-45b6-b9ac-a87e59254042" providerId="ADAL" clId="{38846500-2C3E-4D3F-9C80-87AD60C2CA97}" dt="2020-09-07T20:21:15.240" v="4745" actId="478"/>
          <ac:spMkLst>
            <pc:docMk/>
            <pc:sldMk cId="2283192502" sldId="285"/>
            <ac:spMk id="4" creationId="{0D0ED711-979E-427D-8184-A6B2D24B359E}"/>
          </ac:spMkLst>
        </pc:spChg>
        <pc:graphicFrameChg chg="mod modGraphic">
          <ac:chgData name="Vita Šakele" userId="22473504-fb74-45b6-b9ac-a87e59254042" providerId="ADAL" clId="{38846500-2C3E-4D3F-9C80-87AD60C2CA97}" dt="2020-09-07T20:21:20.568" v="4749" actId="20577"/>
          <ac:graphicFrameMkLst>
            <pc:docMk/>
            <pc:sldMk cId="2283192502" sldId="285"/>
            <ac:graphicFrameMk id="6" creationId="{EB7ECCD2-0444-4451-AF1E-AB8D39253AF5}"/>
          </ac:graphicFrameMkLst>
        </pc:graphicFrameChg>
        <pc:picChg chg="add mod">
          <ac:chgData name="Vita Šakele" userId="22473504-fb74-45b6-b9ac-a87e59254042" providerId="ADAL" clId="{38846500-2C3E-4D3F-9C80-87AD60C2CA97}" dt="2020-09-07T20:21:43.384" v="4750" actId="14100"/>
          <ac:picMkLst>
            <pc:docMk/>
            <pc:sldMk cId="2283192502" sldId="285"/>
            <ac:picMk id="2" creationId="{0EAFAD81-9BDD-422D-AFC6-4EBD66156675}"/>
          </ac:picMkLst>
        </pc:picChg>
      </pc:sldChg>
      <pc:sldChg chg="add del">
        <pc:chgData name="Vita Šakele" userId="22473504-fb74-45b6-b9ac-a87e59254042" providerId="ADAL" clId="{38846500-2C3E-4D3F-9C80-87AD60C2CA97}" dt="2020-09-07T19:25:03.041" v="3611"/>
        <pc:sldMkLst>
          <pc:docMk/>
          <pc:sldMk cId="3053189206" sldId="285"/>
        </pc:sldMkLst>
      </pc:sldChg>
      <pc:sldChg chg="delSp modSp add mod ord">
        <pc:chgData name="Vita Šakele" userId="22473504-fb74-45b6-b9ac-a87e59254042" providerId="ADAL" clId="{38846500-2C3E-4D3F-9C80-87AD60C2CA97}" dt="2020-09-07T20:47:24.843" v="5227" actId="20577"/>
        <pc:sldMkLst>
          <pc:docMk/>
          <pc:sldMk cId="3275952104" sldId="286"/>
        </pc:sldMkLst>
        <pc:spChg chg="mod">
          <ac:chgData name="Vita Šakele" userId="22473504-fb74-45b6-b9ac-a87e59254042" providerId="ADAL" clId="{38846500-2C3E-4D3F-9C80-87AD60C2CA97}" dt="2020-09-07T19:32:38.407" v="3776" actId="20577"/>
          <ac:spMkLst>
            <pc:docMk/>
            <pc:sldMk cId="3275952104" sldId="286"/>
            <ac:spMk id="3" creationId="{7120010A-4F19-4339-9810-EF0A07682D0A}"/>
          </ac:spMkLst>
        </pc:spChg>
        <pc:spChg chg="del">
          <ac:chgData name="Vita Šakele" userId="22473504-fb74-45b6-b9ac-a87e59254042" providerId="ADAL" clId="{38846500-2C3E-4D3F-9C80-87AD60C2CA97}" dt="2020-09-07T19:53:56.467" v="4283" actId="478"/>
          <ac:spMkLst>
            <pc:docMk/>
            <pc:sldMk cId="3275952104" sldId="286"/>
            <ac:spMk id="4" creationId="{0D0ED711-979E-427D-8184-A6B2D24B359E}"/>
          </ac:spMkLst>
        </pc:spChg>
        <pc:graphicFrameChg chg="mod modGraphic">
          <ac:chgData name="Vita Šakele" userId="22473504-fb74-45b6-b9ac-a87e59254042" providerId="ADAL" clId="{38846500-2C3E-4D3F-9C80-87AD60C2CA97}" dt="2020-09-07T20:47:24.843" v="5227" actId="20577"/>
          <ac:graphicFrameMkLst>
            <pc:docMk/>
            <pc:sldMk cId="3275952104" sldId="286"/>
            <ac:graphicFrameMk id="6" creationId="{EB7ECCD2-0444-4451-AF1E-AB8D39253AF5}"/>
          </ac:graphicFrameMkLst>
        </pc:graphicFrameChg>
      </pc:sldChg>
      <pc:sldChg chg="new del">
        <pc:chgData name="Vita Šakele" userId="22473504-fb74-45b6-b9ac-a87e59254042" providerId="ADAL" clId="{38846500-2C3E-4D3F-9C80-87AD60C2CA97}" dt="2020-09-07T19:32:02.841" v="3749" actId="680"/>
        <pc:sldMkLst>
          <pc:docMk/>
          <pc:sldMk cId="1004086156" sldId="287"/>
        </pc:sldMkLst>
      </pc:sldChg>
      <pc:sldChg chg="modSp add mod ord">
        <pc:chgData name="Vita Šakele" userId="22473504-fb74-45b6-b9ac-a87e59254042" providerId="ADAL" clId="{38846500-2C3E-4D3F-9C80-87AD60C2CA97}" dt="2020-09-07T20:15:00.623" v="4627" actId="2165"/>
        <pc:sldMkLst>
          <pc:docMk/>
          <pc:sldMk cId="1516273516" sldId="287"/>
        </pc:sldMkLst>
        <pc:graphicFrameChg chg="mod modGraphic">
          <ac:chgData name="Vita Šakele" userId="22473504-fb74-45b6-b9ac-a87e59254042" providerId="ADAL" clId="{38846500-2C3E-4D3F-9C80-87AD60C2CA97}" dt="2020-09-07T20:15:00.623" v="4627" actId="2165"/>
          <ac:graphicFrameMkLst>
            <pc:docMk/>
            <pc:sldMk cId="1516273516" sldId="287"/>
            <ac:graphicFrameMk id="6" creationId="{EB7ECCD2-0444-4451-AF1E-AB8D39253AF5}"/>
          </ac:graphicFrameMkLst>
        </pc:graphicFrameChg>
      </pc:sldChg>
      <pc:sldChg chg="delSp modSp add mod">
        <pc:chgData name="Vita Šakele" userId="22473504-fb74-45b6-b9ac-a87e59254042" providerId="ADAL" clId="{38846500-2C3E-4D3F-9C80-87AD60C2CA97}" dt="2020-09-07T19:44:52.235" v="4005" actId="6549"/>
        <pc:sldMkLst>
          <pc:docMk/>
          <pc:sldMk cId="3289728172" sldId="288"/>
        </pc:sldMkLst>
        <pc:spChg chg="mod">
          <ac:chgData name="Vita Šakele" userId="22473504-fb74-45b6-b9ac-a87e59254042" providerId="ADAL" clId="{38846500-2C3E-4D3F-9C80-87AD60C2CA97}" dt="2020-09-07T19:32:26.937" v="3767" actId="20577"/>
          <ac:spMkLst>
            <pc:docMk/>
            <pc:sldMk cId="3289728172" sldId="288"/>
            <ac:spMk id="3" creationId="{7120010A-4F19-4339-9810-EF0A07682D0A}"/>
          </ac:spMkLst>
        </pc:spChg>
        <pc:spChg chg="del">
          <ac:chgData name="Vita Šakele" userId="22473504-fb74-45b6-b9ac-a87e59254042" providerId="ADAL" clId="{38846500-2C3E-4D3F-9C80-87AD60C2CA97}" dt="2020-09-07T19:37:34.899" v="3906" actId="478"/>
          <ac:spMkLst>
            <pc:docMk/>
            <pc:sldMk cId="3289728172" sldId="288"/>
            <ac:spMk id="4" creationId="{0D0ED711-979E-427D-8184-A6B2D24B359E}"/>
          </ac:spMkLst>
        </pc:spChg>
        <pc:graphicFrameChg chg="mod modGraphic">
          <ac:chgData name="Vita Šakele" userId="22473504-fb74-45b6-b9ac-a87e59254042" providerId="ADAL" clId="{38846500-2C3E-4D3F-9C80-87AD60C2CA97}" dt="2020-09-07T19:44:52.235" v="4005" actId="6549"/>
          <ac:graphicFrameMkLst>
            <pc:docMk/>
            <pc:sldMk cId="3289728172" sldId="288"/>
            <ac:graphicFrameMk id="6" creationId="{EB7ECCD2-0444-4451-AF1E-AB8D39253AF5}"/>
          </ac:graphicFrameMkLst>
        </pc:graphicFrameChg>
      </pc:sldChg>
      <pc:sldChg chg="addSp delSp modSp new mod modClrScheme chgLayout">
        <pc:chgData name="Vita Šakele" userId="22473504-fb74-45b6-b9ac-a87e59254042" providerId="ADAL" clId="{38846500-2C3E-4D3F-9C80-87AD60C2CA97}" dt="2020-09-07T20:42:07.650" v="5214" actId="20577"/>
        <pc:sldMkLst>
          <pc:docMk/>
          <pc:sldMk cId="1037950431" sldId="289"/>
        </pc:sldMkLst>
        <pc:spChg chg="del">
          <ac:chgData name="Vita Šakele" userId="22473504-fb74-45b6-b9ac-a87e59254042" providerId="ADAL" clId="{38846500-2C3E-4D3F-9C80-87AD60C2CA97}" dt="2020-09-07T20:41:50.158" v="5181" actId="700"/>
          <ac:spMkLst>
            <pc:docMk/>
            <pc:sldMk cId="1037950431" sldId="289"/>
            <ac:spMk id="2" creationId="{FA616F6D-39CD-4F49-A7C2-DCF6EA5E91BF}"/>
          </ac:spMkLst>
        </pc:spChg>
        <pc:spChg chg="del mod ord">
          <ac:chgData name="Vita Šakele" userId="22473504-fb74-45b6-b9ac-a87e59254042" providerId="ADAL" clId="{38846500-2C3E-4D3F-9C80-87AD60C2CA97}" dt="2020-09-07T20:41:50.158" v="5181" actId="700"/>
          <ac:spMkLst>
            <pc:docMk/>
            <pc:sldMk cId="1037950431" sldId="289"/>
            <ac:spMk id="3" creationId="{8CE38945-5287-4BAE-8C96-900241A0FAA9}"/>
          </ac:spMkLst>
        </pc:spChg>
        <pc:spChg chg="mod ord">
          <ac:chgData name="Vita Šakele" userId="22473504-fb74-45b6-b9ac-a87e59254042" providerId="ADAL" clId="{38846500-2C3E-4D3F-9C80-87AD60C2CA97}" dt="2020-09-07T20:41:50.158" v="5181" actId="700"/>
          <ac:spMkLst>
            <pc:docMk/>
            <pc:sldMk cId="1037950431" sldId="289"/>
            <ac:spMk id="4" creationId="{1784E125-43C9-4802-B2F6-81A301AD33AB}"/>
          </ac:spMkLst>
        </pc:spChg>
        <pc:spChg chg="add mod ord">
          <ac:chgData name="Vita Šakele" userId="22473504-fb74-45b6-b9ac-a87e59254042" providerId="ADAL" clId="{38846500-2C3E-4D3F-9C80-87AD60C2CA97}" dt="2020-09-07T20:42:07.650" v="5214" actId="20577"/>
          <ac:spMkLst>
            <pc:docMk/>
            <pc:sldMk cId="1037950431" sldId="289"/>
            <ac:spMk id="5" creationId="{F1CDA75F-9F44-4998-A6A3-57B79EE75744}"/>
          </ac:spMkLst>
        </pc:spChg>
      </pc:sldChg>
      <pc:sldChg chg="addSp delSp modSp new mod modNotesTx">
        <pc:chgData name="Vita Šakele" userId="22473504-fb74-45b6-b9ac-a87e59254042" providerId="ADAL" clId="{38846500-2C3E-4D3F-9C80-87AD60C2CA97}" dt="2020-09-07T21:00:18.367" v="5421"/>
        <pc:sldMkLst>
          <pc:docMk/>
          <pc:sldMk cId="306048515" sldId="290"/>
        </pc:sldMkLst>
        <pc:spChg chg="del">
          <ac:chgData name="Vita Šakele" userId="22473504-fb74-45b6-b9ac-a87e59254042" providerId="ADAL" clId="{38846500-2C3E-4D3F-9C80-87AD60C2CA97}" dt="2020-09-07T20:52:05.235" v="5293" actId="478"/>
          <ac:spMkLst>
            <pc:docMk/>
            <pc:sldMk cId="306048515" sldId="290"/>
            <ac:spMk id="2" creationId="{C88DFD5D-2C21-4502-B451-BEF74B8605D3}"/>
          </ac:spMkLst>
        </pc:spChg>
        <pc:spChg chg="mod">
          <ac:chgData name="Vita Šakele" userId="22473504-fb74-45b6-b9ac-a87e59254042" providerId="ADAL" clId="{38846500-2C3E-4D3F-9C80-87AD60C2CA97}" dt="2020-09-07T20:50:13.045" v="5260" actId="20577"/>
          <ac:spMkLst>
            <pc:docMk/>
            <pc:sldMk cId="306048515" sldId="290"/>
            <ac:spMk id="3" creationId="{E5749575-64B8-4CD5-A193-3CF4E15FF274}"/>
          </ac:spMkLst>
        </pc:spChg>
        <pc:spChg chg="del">
          <ac:chgData name="Vita Šakele" userId="22473504-fb74-45b6-b9ac-a87e59254042" providerId="ADAL" clId="{38846500-2C3E-4D3F-9C80-87AD60C2CA97}" dt="2020-09-07T20:56:15.479" v="5318" actId="478"/>
          <ac:spMkLst>
            <pc:docMk/>
            <pc:sldMk cId="306048515" sldId="290"/>
            <ac:spMk id="4" creationId="{62A7972E-10CC-42E5-8260-7988EEA5E8A3}"/>
          </ac:spMkLst>
        </pc:spChg>
        <pc:spChg chg="add mod">
          <ac:chgData name="Vita Šakele" userId="22473504-fb74-45b6-b9ac-a87e59254042" providerId="ADAL" clId="{38846500-2C3E-4D3F-9C80-87AD60C2CA97}" dt="2020-09-07T21:00:18.367" v="5421"/>
          <ac:spMkLst>
            <pc:docMk/>
            <pc:sldMk cId="306048515" sldId="290"/>
            <ac:spMk id="7" creationId="{CA7D802E-A388-485F-907C-BF7995E40D6E}"/>
          </ac:spMkLst>
        </pc:spChg>
        <pc:graphicFrameChg chg="add mod modGraphic">
          <ac:chgData name="Vita Šakele" userId="22473504-fb74-45b6-b9ac-a87e59254042" providerId="ADAL" clId="{38846500-2C3E-4D3F-9C80-87AD60C2CA97}" dt="2020-09-07T20:59:44.211" v="5419" actId="20577"/>
          <ac:graphicFrameMkLst>
            <pc:docMk/>
            <pc:sldMk cId="306048515" sldId="290"/>
            <ac:graphicFrameMk id="6" creationId="{7C369276-4122-41E9-A793-B5B3D242254D}"/>
          </ac:graphicFrameMkLst>
        </pc:graphicFrameChg>
      </pc:sldChg>
      <pc:sldChg chg="addSp delSp modSp new mod">
        <pc:chgData name="Vita Šakele" userId="22473504-fb74-45b6-b9ac-a87e59254042" providerId="ADAL" clId="{38846500-2C3E-4D3F-9C80-87AD60C2CA97}" dt="2020-09-07T21:07:43.221" v="5482" actId="20577"/>
        <pc:sldMkLst>
          <pc:docMk/>
          <pc:sldMk cId="385281812" sldId="291"/>
        </pc:sldMkLst>
        <pc:spChg chg="del">
          <ac:chgData name="Vita Šakele" userId="22473504-fb74-45b6-b9ac-a87e59254042" providerId="ADAL" clId="{38846500-2C3E-4D3F-9C80-87AD60C2CA97}" dt="2020-09-07T21:04:17.178" v="5422" actId="478"/>
          <ac:spMkLst>
            <pc:docMk/>
            <pc:sldMk cId="385281812" sldId="291"/>
            <ac:spMk id="2" creationId="{AD8B0652-5D73-475B-AB1C-5DD61610CA1F}"/>
          </ac:spMkLst>
        </pc:spChg>
        <pc:spChg chg="mod">
          <ac:chgData name="Vita Šakele" userId="22473504-fb74-45b6-b9ac-a87e59254042" providerId="ADAL" clId="{38846500-2C3E-4D3F-9C80-87AD60C2CA97}" dt="2020-09-07T20:50:35.433" v="5292" actId="20577"/>
          <ac:spMkLst>
            <pc:docMk/>
            <pc:sldMk cId="385281812" sldId="291"/>
            <ac:spMk id="3" creationId="{7D529DC5-4527-4EDC-A96C-FC4CC6B7EE83}"/>
          </ac:spMkLst>
        </pc:spChg>
        <pc:graphicFrameChg chg="add mod modGraphic">
          <ac:chgData name="Vita Šakele" userId="22473504-fb74-45b6-b9ac-a87e59254042" providerId="ADAL" clId="{38846500-2C3E-4D3F-9C80-87AD60C2CA97}" dt="2020-09-07T21:07:43.221" v="5482" actId="20577"/>
          <ac:graphicFrameMkLst>
            <pc:docMk/>
            <pc:sldMk cId="385281812" sldId="291"/>
            <ac:graphicFrameMk id="6" creationId="{021B68DF-333D-4798-800C-ADB694B44270}"/>
          </ac:graphicFrameMkLst>
        </pc:graphicFrameChg>
      </pc:sldChg>
      <pc:sldChg chg="addSp delSp modSp new mod modClrScheme chgLayout">
        <pc:chgData name="Vita Šakele" userId="22473504-fb74-45b6-b9ac-a87e59254042" providerId="ADAL" clId="{38846500-2C3E-4D3F-9C80-87AD60C2CA97}" dt="2020-09-07T21:08:31.880" v="5487" actId="20577"/>
        <pc:sldMkLst>
          <pc:docMk/>
          <pc:sldMk cId="1021671332" sldId="292"/>
        </pc:sldMkLst>
        <pc:spChg chg="del">
          <ac:chgData name="Vita Šakele" userId="22473504-fb74-45b6-b9ac-a87e59254042" providerId="ADAL" clId="{38846500-2C3E-4D3F-9C80-87AD60C2CA97}" dt="2020-09-07T21:08:26.291" v="5485" actId="700"/>
          <ac:spMkLst>
            <pc:docMk/>
            <pc:sldMk cId="1021671332" sldId="292"/>
            <ac:spMk id="2" creationId="{A931B392-EA7D-41AA-BA65-4F5BAB7118A1}"/>
          </ac:spMkLst>
        </pc:spChg>
        <pc:spChg chg="del mod ord">
          <ac:chgData name="Vita Šakele" userId="22473504-fb74-45b6-b9ac-a87e59254042" providerId="ADAL" clId="{38846500-2C3E-4D3F-9C80-87AD60C2CA97}" dt="2020-09-07T21:08:26.291" v="5485" actId="700"/>
          <ac:spMkLst>
            <pc:docMk/>
            <pc:sldMk cId="1021671332" sldId="292"/>
            <ac:spMk id="3" creationId="{19A05A04-5FC1-420B-9A88-CA70AF53EE75}"/>
          </ac:spMkLst>
        </pc:spChg>
        <pc:spChg chg="mod ord">
          <ac:chgData name="Vita Šakele" userId="22473504-fb74-45b6-b9ac-a87e59254042" providerId="ADAL" clId="{38846500-2C3E-4D3F-9C80-87AD60C2CA97}" dt="2020-09-07T21:08:26.291" v="5485" actId="700"/>
          <ac:spMkLst>
            <pc:docMk/>
            <pc:sldMk cId="1021671332" sldId="292"/>
            <ac:spMk id="4" creationId="{BE1FFABF-6049-461D-B068-1B2DD64D9814}"/>
          </ac:spMkLst>
        </pc:spChg>
        <pc:spChg chg="add mod ord">
          <ac:chgData name="Vita Šakele" userId="22473504-fb74-45b6-b9ac-a87e59254042" providerId="ADAL" clId="{38846500-2C3E-4D3F-9C80-87AD60C2CA97}" dt="2020-09-07T21:08:31.880" v="5487" actId="20577"/>
          <ac:spMkLst>
            <pc:docMk/>
            <pc:sldMk cId="1021671332" sldId="292"/>
            <ac:spMk id="5" creationId="{49AFE44F-FB5C-4896-9FCB-02EAF04A5810}"/>
          </ac:spMkLst>
        </pc:spChg>
      </pc:sldChg>
      <pc:sldChg chg="addSp delSp modSp new mod">
        <pc:chgData name="Vita Šakele" userId="22473504-fb74-45b6-b9ac-a87e59254042" providerId="ADAL" clId="{38846500-2C3E-4D3F-9C80-87AD60C2CA97}" dt="2020-09-07T21:18:32.656" v="5644" actId="14734"/>
        <pc:sldMkLst>
          <pc:docMk/>
          <pc:sldMk cId="2804221939" sldId="293"/>
        </pc:sldMkLst>
        <pc:spChg chg="del">
          <ac:chgData name="Vita Šakele" userId="22473504-fb74-45b6-b9ac-a87e59254042" providerId="ADAL" clId="{38846500-2C3E-4D3F-9C80-87AD60C2CA97}" dt="2020-09-07T21:09:26.536" v="5550" actId="478"/>
          <ac:spMkLst>
            <pc:docMk/>
            <pc:sldMk cId="2804221939" sldId="293"/>
            <ac:spMk id="2" creationId="{A21FF5E7-A4E0-4930-9FC9-29A6C22271FC}"/>
          </ac:spMkLst>
        </pc:spChg>
        <pc:spChg chg="mod">
          <ac:chgData name="Vita Šakele" userId="22473504-fb74-45b6-b9ac-a87e59254042" providerId="ADAL" clId="{38846500-2C3E-4D3F-9C80-87AD60C2CA97}" dt="2020-09-07T21:09:06.989" v="5518" actId="20577"/>
          <ac:spMkLst>
            <pc:docMk/>
            <pc:sldMk cId="2804221939" sldId="293"/>
            <ac:spMk id="3" creationId="{B5B743A2-F94E-4AE7-85A1-BE568F03A363}"/>
          </ac:spMkLst>
        </pc:spChg>
        <pc:graphicFrameChg chg="add mod modGraphic">
          <ac:chgData name="Vita Šakele" userId="22473504-fb74-45b6-b9ac-a87e59254042" providerId="ADAL" clId="{38846500-2C3E-4D3F-9C80-87AD60C2CA97}" dt="2020-09-07T21:18:32.656" v="5644" actId="14734"/>
          <ac:graphicFrameMkLst>
            <pc:docMk/>
            <pc:sldMk cId="2804221939" sldId="293"/>
            <ac:graphicFrameMk id="6" creationId="{8D5ABC43-46E5-40E6-A16C-C10642C95260}"/>
          </ac:graphicFrameMkLst>
        </pc:graphicFrameChg>
      </pc:sldChg>
      <pc:sldChg chg="addSp delSp modSp new mod">
        <pc:chgData name="Vita Šakele" userId="22473504-fb74-45b6-b9ac-a87e59254042" providerId="ADAL" clId="{38846500-2C3E-4D3F-9C80-87AD60C2CA97}" dt="2020-09-07T21:21:37.210" v="5730" actId="14100"/>
        <pc:sldMkLst>
          <pc:docMk/>
          <pc:sldMk cId="2975980101" sldId="294"/>
        </pc:sldMkLst>
        <pc:spChg chg="del">
          <ac:chgData name="Vita Šakele" userId="22473504-fb74-45b6-b9ac-a87e59254042" providerId="ADAL" clId="{38846500-2C3E-4D3F-9C80-87AD60C2CA97}" dt="2020-09-07T21:09:30.922" v="5551" actId="478"/>
          <ac:spMkLst>
            <pc:docMk/>
            <pc:sldMk cId="2975980101" sldId="294"/>
            <ac:spMk id="2" creationId="{36DD3E2F-3190-485A-B742-7003C613E589}"/>
          </ac:spMkLst>
        </pc:spChg>
        <pc:spChg chg="mod">
          <ac:chgData name="Vita Šakele" userId="22473504-fb74-45b6-b9ac-a87e59254042" providerId="ADAL" clId="{38846500-2C3E-4D3F-9C80-87AD60C2CA97}" dt="2020-09-07T21:09:20.282" v="5549" actId="20577"/>
          <ac:spMkLst>
            <pc:docMk/>
            <pc:sldMk cId="2975980101" sldId="294"/>
            <ac:spMk id="3" creationId="{8346DD7C-AB42-4BAA-911E-1D3556FE42EB}"/>
          </ac:spMkLst>
        </pc:spChg>
        <pc:graphicFrameChg chg="add mod modGraphic">
          <ac:chgData name="Vita Šakele" userId="22473504-fb74-45b6-b9ac-a87e59254042" providerId="ADAL" clId="{38846500-2C3E-4D3F-9C80-87AD60C2CA97}" dt="2020-09-07T21:21:37.210" v="5730" actId="14100"/>
          <ac:graphicFrameMkLst>
            <pc:docMk/>
            <pc:sldMk cId="2975980101" sldId="294"/>
            <ac:graphicFrameMk id="6" creationId="{C9638C7F-4930-4EC9-ACE0-7CA37F91E60E}"/>
          </ac:graphicFrameMkLst>
        </pc:graphicFrameChg>
      </pc:sldChg>
      <pc:sldChg chg="modSp add del modNotesTx">
        <pc:chgData name="Vita Šakele" userId="22473504-fb74-45b6-b9ac-a87e59254042" providerId="ADAL" clId="{38846500-2C3E-4D3F-9C80-87AD60C2CA97}" dt="2020-09-07T21:32:26.879" v="6204" actId="47"/>
        <pc:sldMkLst>
          <pc:docMk/>
          <pc:sldMk cId="0" sldId="308"/>
        </pc:sldMkLst>
        <pc:spChg chg="mod">
          <ac:chgData name="Vita Šakele" userId="22473504-fb74-45b6-b9ac-a87e59254042" providerId="ADAL" clId="{38846500-2C3E-4D3F-9C80-87AD60C2CA97}" dt="2020-09-07T21:24:19.235" v="5737"/>
          <ac:spMkLst>
            <pc:docMk/>
            <pc:sldMk cId="0" sldId="308"/>
            <ac:spMk id="4" creationId="{00000000-0000-0000-0000-000000000000}"/>
          </ac:spMkLst>
        </pc:spChg>
      </pc:sldChg>
      <pc:sldChg chg="addSp delSp modSp new mod modNotesTx">
        <pc:chgData name="Vita Šakele" userId="22473504-fb74-45b6-b9ac-a87e59254042" providerId="ADAL" clId="{38846500-2C3E-4D3F-9C80-87AD60C2CA97}" dt="2020-09-07T21:31:59.342" v="6203" actId="122"/>
        <pc:sldMkLst>
          <pc:docMk/>
          <pc:sldMk cId="3557417559" sldId="309"/>
        </pc:sldMkLst>
        <pc:spChg chg="del">
          <ac:chgData name="Vita Šakele" userId="22473504-fb74-45b6-b9ac-a87e59254042" providerId="ADAL" clId="{38846500-2C3E-4D3F-9C80-87AD60C2CA97}" dt="2020-09-07T21:24:46.437" v="5766" actId="478"/>
          <ac:spMkLst>
            <pc:docMk/>
            <pc:sldMk cId="3557417559" sldId="309"/>
            <ac:spMk id="2" creationId="{045AE818-38FC-467F-A6C5-61A1A641F4B6}"/>
          </ac:spMkLst>
        </pc:spChg>
        <pc:spChg chg="mod">
          <ac:chgData name="Vita Šakele" userId="22473504-fb74-45b6-b9ac-a87e59254042" providerId="ADAL" clId="{38846500-2C3E-4D3F-9C80-87AD60C2CA97}" dt="2020-09-07T21:31:45.229" v="6201" actId="1076"/>
          <ac:spMkLst>
            <pc:docMk/>
            <pc:sldMk cId="3557417559" sldId="309"/>
            <ac:spMk id="3" creationId="{41E85271-BCA6-4A44-B16C-A0C212D3C9C8}"/>
          </ac:spMkLst>
        </pc:spChg>
        <pc:spChg chg="add mod">
          <ac:chgData name="Vita Šakele" userId="22473504-fb74-45b6-b9ac-a87e59254042" providerId="ADAL" clId="{38846500-2C3E-4D3F-9C80-87AD60C2CA97}" dt="2020-09-07T21:31:59.342" v="6203" actId="122"/>
          <ac:spMkLst>
            <pc:docMk/>
            <pc:sldMk cId="3557417559" sldId="309"/>
            <ac:spMk id="6" creationId="{9CF0F641-4877-4CAF-B1D1-D85A4E8B35C7}"/>
          </ac:spMkLst>
        </pc:spChg>
        <pc:spChg chg="add mod">
          <ac:chgData name="Vita Šakele" userId="22473504-fb74-45b6-b9ac-a87e59254042" providerId="ADAL" clId="{38846500-2C3E-4D3F-9C80-87AD60C2CA97}" dt="2020-09-07T21:31:59.342" v="6203" actId="122"/>
          <ac:spMkLst>
            <pc:docMk/>
            <pc:sldMk cId="3557417559" sldId="309"/>
            <ac:spMk id="8" creationId="{E032DAF1-A504-4088-B2A9-239BFBAE8BB5}"/>
          </ac:spMkLst>
        </pc:spChg>
        <pc:spChg chg="add mod">
          <ac:chgData name="Vita Šakele" userId="22473504-fb74-45b6-b9ac-a87e59254042" providerId="ADAL" clId="{38846500-2C3E-4D3F-9C80-87AD60C2CA97}" dt="2020-09-07T21:31:59.342" v="6203" actId="122"/>
          <ac:spMkLst>
            <pc:docMk/>
            <pc:sldMk cId="3557417559" sldId="309"/>
            <ac:spMk id="10" creationId="{20A38983-1E4B-4E5F-9276-B139A2FF5992}"/>
          </ac:spMkLst>
        </pc:spChg>
        <pc:spChg chg="add mod">
          <ac:chgData name="Vita Šakele" userId="22473504-fb74-45b6-b9ac-a87e59254042" providerId="ADAL" clId="{38846500-2C3E-4D3F-9C80-87AD60C2CA97}" dt="2020-09-07T21:31:59.342" v="6203" actId="122"/>
          <ac:spMkLst>
            <pc:docMk/>
            <pc:sldMk cId="3557417559" sldId="309"/>
            <ac:spMk id="12" creationId="{15DB4193-795C-439C-86E0-248F1D6BC44C}"/>
          </ac:spMkLst>
        </pc:spChg>
        <pc:spChg chg="add mod">
          <ac:chgData name="Vita Šakele" userId="22473504-fb74-45b6-b9ac-a87e59254042" providerId="ADAL" clId="{38846500-2C3E-4D3F-9C80-87AD60C2CA97}" dt="2020-09-07T21:31:59.342" v="6203" actId="122"/>
          <ac:spMkLst>
            <pc:docMk/>
            <pc:sldMk cId="3557417559" sldId="309"/>
            <ac:spMk id="14" creationId="{BFAEE592-4D9F-4933-AA7D-2D68F0887D04}"/>
          </ac:spMkLst>
        </pc:spChg>
        <pc:cxnChg chg="add mod">
          <ac:chgData name="Vita Šakele" userId="22473504-fb74-45b6-b9ac-a87e59254042" providerId="ADAL" clId="{38846500-2C3E-4D3F-9C80-87AD60C2CA97}" dt="2020-09-07T21:31:56.620" v="6202" actId="1076"/>
          <ac:cxnSpMkLst>
            <pc:docMk/>
            <pc:sldMk cId="3557417559" sldId="309"/>
            <ac:cxnSpMk id="16" creationId="{33BDEB46-F226-4417-8402-6705DEE661E5}"/>
          </ac:cxnSpMkLst>
        </pc:cxnChg>
        <pc:cxnChg chg="add mod">
          <ac:chgData name="Vita Šakele" userId="22473504-fb74-45b6-b9ac-a87e59254042" providerId="ADAL" clId="{38846500-2C3E-4D3F-9C80-87AD60C2CA97}" dt="2020-09-07T21:31:56.620" v="6202" actId="1076"/>
          <ac:cxnSpMkLst>
            <pc:docMk/>
            <pc:sldMk cId="3557417559" sldId="309"/>
            <ac:cxnSpMk id="18" creationId="{A68C186F-8D0F-49BC-9202-2C11348D8DA2}"/>
          </ac:cxnSpMkLst>
        </pc:cxnChg>
        <pc:cxnChg chg="add mod">
          <ac:chgData name="Vita Šakele" userId="22473504-fb74-45b6-b9ac-a87e59254042" providerId="ADAL" clId="{38846500-2C3E-4D3F-9C80-87AD60C2CA97}" dt="2020-09-07T21:31:56.620" v="6202" actId="1076"/>
          <ac:cxnSpMkLst>
            <pc:docMk/>
            <pc:sldMk cId="3557417559" sldId="309"/>
            <ac:cxnSpMk id="20" creationId="{67E35DE1-D692-4BC8-A38F-546370C2A184}"/>
          </ac:cxnSpMkLst>
        </pc:cxnChg>
        <pc:cxnChg chg="add mod">
          <ac:chgData name="Vita Šakele" userId="22473504-fb74-45b6-b9ac-a87e59254042" providerId="ADAL" clId="{38846500-2C3E-4D3F-9C80-87AD60C2CA97}" dt="2020-09-07T21:31:56.620" v="6202" actId="1076"/>
          <ac:cxnSpMkLst>
            <pc:docMk/>
            <pc:sldMk cId="3557417559" sldId="309"/>
            <ac:cxnSpMk id="22" creationId="{C050488B-E84C-4469-AEE5-0E4A28A92BB7}"/>
          </ac:cxnSpMkLst>
        </pc:cxnChg>
      </pc:sldChg>
      <pc:sldChg chg="addSp modSp new mod">
        <pc:chgData name="Vita Šakele" userId="22473504-fb74-45b6-b9ac-a87e59254042" providerId="ADAL" clId="{38846500-2C3E-4D3F-9C80-87AD60C2CA97}" dt="2020-09-07T21:35:59.052" v="6287" actId="14100"/>
        <pc:sldMkLst>
          <pc:docMk/>
          <pc:sldMk cId="3507911049" sldId="310"/>
        </pc:sldMkLst>
        <pc:spChg chg="mod ord">
          <ac:chgData name="Vita Šakele" userId="22473504-fb74-45b6-b9ac-a87e59254042" providerId="ADAL" clId="{38846500-2C3E-4D3F-9C80-87AD60C2CA97}" dt="2020-09-07T21:35:49" v="6286" actId="166"/>
          <ac:spMkLst>
            <pc:docMk/>
            <pc:sldMk cId="3507911049" sldId="310"/>
            <ac:spMk id="2" creationId="{243B8A93-ABD1-4FA1-AA8C-19653BE87678}"/>
          </ac:spMkLst>
        </pc:spChg>
        <pc:spChg chg="mod">
          <ac:chgData name="Vita Šakele" userId="22473504-fb74-45b6-b9ac-a87e59254042" providerId="ADAL" clId="{38846500-2C3E-4D3F-9C80-87AD60C2CA97}" dt="2020-09-07T21:33:18.478" v="6228" actId="20577"/>
          <ac:spMkLst>
            <pc:docMk/>
            <pc:sldMk cId="3507911049" sldId="310"/>
            <ac:spMk id="3" creationId="{08FF48BD-216D-4BBB-8258-CE605B805E07}"/>
          </ac:spMkLst>
        </pc:spChg>
        <pc:picChg chg="add mod">
          <ac:chgData name="Vita Šakele" userId="22473504-fb74-45b6-b9ac-a87e59254042" providerId="ADAL" clId="{38846500-2C3E-4D3F-9C80-87AD60C2CA97}" dt="2020-09-07T21:35:59.052" v="6287" actId="14100"/>
          <ac:picMkLst>
            <pc:docMk/>
            <pc:sldMk cId="3507911049" sldId="310"/>
            <ac:picMk id="6" creationId="{8AE198CD-3B3E-4E04-B8C4-0F219A314758}"/>
          </ac:picMkLst>
        </pc:picChg>
        <pc:picChg chg="add">
          <ac:chgData name="Vita Šakele" userId="22473504-fb74-45b6-b9ac-a87e59254042" providerId="ADAL" clId="{38846500-2C3E-4D3F-9C80-87AD60C2CA97}" dt="2020-09-07T21:35:31.100" v="6282" actId="22"/>
          <ac:picMkLst>
            <pc:docMk/>
            <pc:sldMk cId="3507911049" sldId="310"/>
            <ac:picMk id="8" creationId="{1E833A12-EA56-4D1F-AD4B-753A6E9DD670}"/>
          </ac:picMkLst>
        </pc:picChg>
      </pc:sldChg>
      <pc:sldChg chg="modSp new mod">
        <pc:chgData name="Vita Šakele" userId="22473504-fb74-45b6-b9ac-a87e59254042" providerId="ADAL" clId="{38846500-2C3E-4D3F-9C80-87AD60C2CA97}" dt="2020-09-07T21:37:35.951" v="6310" actId="6549"/>
        <pc:sldMkLst>
          <pc:docMk/>
          <pc:sldMk cId="1259772482" sldId="311"/>
        </pc:sldMkLst>
        <pc:spChg chg="mod">
          <ac:chgData name="Vita Šakele" userId="22473504-fb74-45b6-b9ac-a87e59254042" providerId="ADAL" clId="{38846500-2C3E-4D3F-9C80-87AD60C2CA97}" dt="2020-09-07T21:37:35.951" v="6310" actId="6549"/>
          <ac:spMkLst>
            <pc:docMk/>
            <pc:sldMk cId="1259772482" sldId="311"/>
            <ac:spMk id="2" creationId="{9477F12C-7BE9-4F38-8F40-38DFE3835EA3}"/>
          </ac:spMkLst>
        </pc:spChg>
        <pc:spChg chg="mod">
          <ac:chgData name="Vita Šakele" userId="22473504-fb74-45b6-b9ac-a87e59254042" providerId="ADAL" clId="{38846500-2C3E-4D3F-9C80-87AD60C2CA97}" dt="2020-09-07T21:36:27.403" v="6298"/>
          <ac:spMkLst>
            <pc:docMk/>
            <pc:sldMk cId="1259772482" sldId="311"/>
            <ac:spMk id="3" creationId="{44D9166E-078D-45DA-976C-2D7877AD27AC}"/>
          </ac:spMkLst>
        </pc:spChg>
      </pc:sldChg>
      <pc:sldChg chg="modSp new mod">
        <pc:chgData name="Vita Šakele" userId="22473504-fb74-45b6-b9ac-a87e59254042" providerId="ADAL" clId="{38846500-2C3E-4D3F-9C80-87AD60C2CA97}" dt="2020-09-07T21:38:55.170" v="6370" actId="1076"/>
        <pc:sldMkLst>
          <pc:docMk/>
          <pc:sldMk cId="3210062214" sldId="312"/>
        </pc:sldMkLst>
        <pc:spChg chg="mod">
          <ac:chgData name="Vita Šakele" userId="22473504-fb74-45b6-b9ac-a87e59254042" providerId="ADAL" clId="{38846500-2C3E-4D3F-9C80-87AD60C2CA97}" dt="2020-09-07T21:38:55.170" v="6370" actId="1076"/>
          <ac:spMkLst>
            <pc:docMk/>
            <pc:sldMk cId="3210062214" sldId="312"/>
            <ac:spMk id="2" creationId="{66E78348-6A03-4929-B748-4DCFC880F386}"/>
          </ac:spMkLst>
        </pc:spChg>
        <pc:spChg chg="mod">
          <ac:chgData name="Vita Šakele" userId="22473504-fb74-45b6-b9ac-a87e59254042" providerId="ADAL" clId="{38846500-2C3E-4D3F-9C80-87AD60C2CA97}" dt="2020-09-07T21:38:10.692" v="6318" actId="20577"/>
          <ac:spMkLst>
            <pc:docMk/>
            <pc:sldMk cId="3210062214" sldId="312"/>
            <ac:spMk id="3" creationId="{0520E27A-385D-4C38-81E1-78D35C892B96}"/>
          </ac:spMkLst>
        </pc:spChg>
      </pc:sldChg>
    </pc:docChg>
  </pc:docChgLst>
  <pc:docChgLst>
    <pc:chgData name="Vita Šakele" userId="22473504-fb74-45b6-b9ac-a87e59254042" providerId="ADAL" clId="{00E3321C-F541-452B-B92E-F344B2D467F2}"/>
    <pc:docChg chg="undo custSel addSld modSld modMainMaster">
      <pc:chgData name="Vita Šakele" userId="22473504-fb74-45b6-b9ac-a87e59254042" providerId="ADAL" clId="{00E3321C-F541-452B-B92E-F344B2D467F2}" dt="2020-08-31T19:50:10.065" v="332" actId="700"/>
      <pc:docMkLst>
        <pc:docMk/>
      </pc:docMkLst>
      <pc:sldChg chg="delSp modSp mod">
        <pc:chgData name="Vita Šakele" userId="22473504-fb74-45b6-b9ac-a87e59254042" providerId="ADAL" clId="{00E3321C-F541-452B-B92E-F344B2D467F2}" dt="2020-08-29T20:38:19.866" v="318" actId="1076"/>
        <pc:sldMkLst>
          <pc:docMk/>
          <pc:sldMk cId="4192110645" sldId="256"/>
        </pc:sldMkLst>
        <pc:spChg chg="mod">
          <ac:chgData name="Vita Šakele" userId="22473504-fb74-45b6-b9ac-a87e59254042" providerId="ADAL" clId="{00E3321C-F541-452B-B92E-F344B2D467F2}" dt="2020-08-29T20:38:19.866" v="318" actId="1076"/>
          <ac:spMkLst>
            <pc:docMk/>
            <pc:sldMk cId="4192110645" sldId="256"/>
            <ac:spMk id="2" creationId="{00000000-0000-0000-0000-000000000000}"/>
          </ac:spMkLst>
        </pc:spChg>
        <pc:spChg chg="mod">
          <ac:chgData name="Vita Šakele" userId="22473504-fb74-45b6-b9ac-a87e59254042" providerId="ADAL" clId="{00E3321C-F541-452B-B92E-F344B2D467F2}" dt="2020-08-29T20:36:27.266" v="168" actId="404"/>
          <ac:spMkLst>
            <pc:docMk/>
            <pc:sldMk cId="4192110645" sldId="256"/>
            <ac:spMk id="3" creationId="{00000000-0000-0000-0000-000000000000}"/>
          </ac:spMkLst>
        </pc:spChg>
        <pc:spChg chg="del">
          <ac:chgData name="Vita Šakele" userId="22473504-fb74-45b6-b9ac-a87e59254042" providerId="ADAL" clId="{00E3321C-F541-452B-B92E-F344B2D467F2}" dt="2020-08-27T20:57:03.771" v="106" actId="478"/>
          <ac:spMkLst>
            <pc:docMk/>
            <pc:sldMk cId="4192110645" sldId="256"/>
            <ac:spMk id="4" creationId="{00000000-0000-0000-0000-000000000000}"/>
          </ac:spMkLst>
        </pc:spChg>
        <pc:spChg chg="del">
          <ac:chgData name="Vita Šakele" userId="22473504-fb74-45b6-b9ac-a87e59254042" providerId="ADAL" clId="{00E3321C-F541-452B-B92E-F344B2D467F2}" dt="2020-08-27T20:57:07.079" v="107" actId="478"/>
          <ac:spMkLst>
            <pc:docMk/>
            <pc:sldMk cId="4192110645" sldId="256"/>
            <ac:spMk id="5" creationId="{00000000-0000-0000-0000-000000000000}"/>
          </ac:spMkLst>
        </pc:spChg>
      </pc:sldChg>
      <pc:sldChg chg="addSp delSp modSp new mod modClrScheme chgLayout">
        <pc:chgData name="Vita Šakele" userId="22473504-fb74-45b6-b9ac-a87e59254042" providerId="ADAL" clId="{00E3321C-F541-452B-B92E-F344B2D467F2}" dt="2020-08-31T19:49:57.288" v="329" actId="20577"/>
        <pc:sldMkLst>
          <pc:docMk/>
          <pc:sldMk cId="4029557196" sldId="257"/>
        </pc:sldMkLst>
        <pc:spChg chg="del mod ord">
          <ac:chgData name="Vita Šakele" userId="22473504-fb74-45b6-b9ac-a87e59254042" providerId="ADAL" clId="{00E3321C-F541-452B-B92E-F344B2D467F2}" dt="2020-08-27T20:50:56.780" v="1" actId="700"/>
          <ac:spMkLst>
            <pc:docMk/>
            <pc:sldMk cId="4029557196" sldId="257"/>
            <ac:spMk id="2" creationId="{80E78860-7847-47C6-9D57-F93B5219A434}"/>
          </ac:spMkLst>
        </pc:spChg>
        <pc:spChg chg="del">
          <ac:chgData name="Vita Šakele" userId="22473504-fb74-45b6-b9ac-a87e59254042" providerId="ADAL" clId="{00E3321C-F541-452B-B92E-F344B2D467F2}" dt="2020-08-27T20:50:56.780" v="1" actId="700"/>
          <ac:spMkLst>
            <pc:docMk/>
            <pc:sldMk cId="4029557196" sldId="257"/>
            <ac:spMk id="3" creationId="{54E714A7-DD88-416E-A4B5-ACCB4D2511ED}"/>
          </ac:spMkLst>
        </pc:spChg>
        <pc:spChg chg="mod ord">
          <ac:chgData name="Vita Šakele" userId="22473504-fb74-45b6-b9ac-a87e59254042" providerId="ADAL" clId="{00E3321C-F541-452B-B92E-F344B2D467F2}" dt="2020-08-27T20:50:56.780" v="1" actId="700"/>
          <ac:spMkLst>
            <pc:docMk/>
            <pc:sldMk cId="4029557196" sldId="257"/>
            <ac:spMk id="4" creationId="{A09525C2-934A-46F4-9177-CB0F3EB86BEC}"/>
          </ac:spMkLst>
        </pc:spChg>
        <pc:spChg chg="del mod ord">
          <ac:chgData name="Vita Šakele" userId="22473504-fb74-45b6-b9ac-a87e59254042" providerId="ADAL" clId="{00E3321C-F541-452B-B92E-F344B2D467F2}" dt="2020-08-27T20:50:56.780" v="1" actId="700"/>
          <ac:spMkLst>
            <pc:docMk/>
            <pc:sldMk cId="4029557196" sldId="257"/>
            <ac:spMk id="5" creationId="{1C4396EF-5A50-462C-8BC7-DFF7064E92BE}"/>
          </ac:spMkLst>
        </pc:spChg>
        <pc:spChg chg="add mod ord">
          <ac:chgData name="Vita Šakele" userId="22473504-fb74-45b6-b9ac-a87e59254042" providerId="ADAL" clId="{00E3321C-F541-452B-B92E-F344B2D467F2}" dt="2020-08-31T19:49:57.288" v="329" actId="20577"/>
          <ac:spMkLst>
            <pc:docMk/>
            <pc:sldMk cId="4029557196" sldId="257"/>
            <ac:spMk id="6" creationId="{7AD66007-1C8E-46EB-B838-F046EB5368A1}"/>
          </ac:spMkLst>
        </pc:spChg>
        <pc:spChg chg="add mod ord">
          <ac:chgData name="Vita Šakele" userId="22473504-fb74-45b6-b9ac-a87e59254042" providerId="ADAL" clId="{00E3321C-F541-452B-B92E-F344B2D467F2}" dt="2020-08-27T20:50:56.780" v="1" actId="700"/>
          <ac:spMkLst>
            <pc:docMk/>
            <pc:sldMk cId="4029557196" sldId="257"/>
            <ac:spMk id="7" creationId="{D3E22D13-C539-4972-812B-78AB5072E020}"/>
          </ac:spMkLst>
        </pc:spChg>
      </pc:sldChg>
      <pc:sldChg chg="addSp delSp modSp new mod modClrScheme chgLayout">
        <pc:chgData name="Vita Šakele" userId="22473504-fb74-45b6-b9ac-a87e59254042" providerId="ADAL" clId="{00E3321C-F541-452B-B92E-F344B2D467F2}" dt="2020-08-31T19:50:10.065" v="332" actId="700"/>
        <pc:sldMkLst>
          <pc:docMk/>
          <pc:sldMk cId="2573286357" sldId="258"/>
        </pc:sldMkLst>
        <pc:spChg chg="del">
          <ac:chgData name="Vita Šakele" userId="22473504-fb74-45b6-b9ac-a87e59254042" providerId="ADAL" clId="{00E3321C-F541-452B-B92E-F344B2D467F2}" dt="2020-08-31T19:50:10.065" v="332" actId="700"/>
          <ac:spMkLst>
            <pc:docMk/>
            <pc:sldMk cId="2573286357" sldId="258"/>
            <ac:spMk id="2" creationId="{CC6A97EE-4922-4369-9E1E-C41920A3F0DD}"/>
          </ac:spMkLst>
        </pc:spChg>
        <pc:spChg chg="del mod ord">
          <ac:chgData name="Vita Šakele" userId="22473504-fb74-45b6-b9ac-a87e59254042" providerId="ADAL" clId="{00E3321C-F541-452B-B92E-F344B2D467F2}" dt="2020-08-31T19:50:10.065" v="332" actId="700"/>
          <ac:spMkLst>
            <pc:docMk/>
            <pc:sldMk cId="2573286357" sldId="258"/>
            <ac:spMk id="3" creationId="{7FE2DFB1-BE26-456B-8274-B51658C5202C}"/>
          </ac:spMkLst>
        </pc:spChg>
        <pc:spChg chg="mod ord">
          <ac:chgData name="Vita Šakele" userId="22473504-fb74-45b6-b9ac-a87e59254042" providerId="ADAL" clId="{00E3321C-F541-452B-B92E-F344B2D467F2}" dt="2020-08-31T19:50:10.065" v="332" actId="700"/>
          <ac:spMkLst>
            <pc:docMk/>
            <pc:sldMk cId="2573286357" sldId="258"/>
            <ac:spMk id="4" creationId="{0E530D79-3F35-473F-9416-B0A5D8E1122A}"/>
          </ac:spMkLst>
        </pc:spChg>
        <pc:spChg chg="add mod ord">
          <ac:chgData name="Vita Šakele" userId="22473504-fb74-45b6-b9ac-a87e59254042" providerId="ADAL" clId="{00E3321C-F541-452B-B92E-F344B2D467F2}" dt="2020-08-31T19:50:10.065" v="332" actId="700"/>
          <ac:spMkLst>
            <pc:docMk/>
            <pc:sldMk cId="2573286357" sldId="258"/>
            <ac:spMk id="5" creationId="{A17EB925-AE7D-4181-BC09-1586CE0DCFB9}"/>
          </ac:spMkLst>
        </pc:spChg>
      </pc:sldChg>
      <pc:sldChg chg="new">
        <pc:chgData name="Vita Šakele" userId="22473504-fb74-45b6-b9ac-a87e59254042" providerId="ADAL" clId="{00E3321C-F541-452B-B92E-F344B2D467F2}" dt="2020-08-31T19:50:03.220" v="331" actId="680"/>
        <pc:sldMkLst>
          <pc:docMk/>
          <pc:sldMk cId="1826216409" sldId="259"/>
        </pc:sldMkLst>
      </pc:sldChg>
      <pc:sldMasterChg chg="modSldLayout">
        <pc:chgData name="Vita Šakele" userId="22473504-fb74-45b6-b9ac-a87e59254042" providerId="ADAL" clId="{00E3321C-F541-452B-B92E-F344B2D467F2}" dt="2020-08-31T19:49:44.773" v="321" actId="1076"/>
        <pc:sldMasterMkLst>
          <pc:docMk/>
          <pc:sldMasterMk cId="4217965320" sldId="2147483802"/>
        </pc:sldMasterMkLst>
        <pc:sldLayoutChg chg="modSp mod">
          <pc:chgData name="Vita Šakele" userId="22473504-fb74-45b6-b9ac-a87e59254042" providerId="ADAL" clId="{00E3321C-F541-452B-B92E-F344B2D467F2}" dt="2020-08-31T19:49:44.773" v="321" actId="1076"/>
          <pc:sldLayoutMkLst>
            <pc:docMk/>
            <pc:sldMasterMk cId="4217965320" sldId="2147483802"/>
            <pc:sldLayoutMk cId="2834308057" sldId="2147483842"/>
          </pc:sldLayoutMkLst>
          <pc:spChg chg="mod">
            <ac:chgData name="Vita Šakele" userId="22473504-fb74-45b6-b9ac-a87e59254042" providerId="ADAL" clId="{00E3321C-F541-452B-B92E-F344B2D467F2}" dt="2020-08-31T19:49:44.773" v="321" actId="1076"/>
            <ac:spMkLst>
              <pc:docMk/>
              <pc:sldMasterMk cId="4217965320" sldId="2147483802"/>
              <pc:sldLayoutMk cId="2834308057" sldId="2147483842"/>
              <ac:spMk id="14" creationId="{00000000-0000-0000-0000-000000000000}"/>
            </ac:spMkLst>
          </pc:spChg>
          <pc:picChg chg="mod">
            <ac:chgData name="Vita Šakele" userId="22473504-fb74-45b6-b9ac-a87e59254042" providerId="ADAL" clId="{00E3321C-F541-452B-B92E-F344B2D467F2}" dt="2020-08-31T19:49:40.843" v="320" actId="1076"/>
            <ac:picMkLst>
              <pc:docMk/>
              <pc:sldMasterMk cId="4217965320" sldId="2147483802"/>
              <pc:sldLayoutMk cId="2834308057" sldId="2147483842"/>
              <ac:picMk id="4" creationId="{00000000-0000-0000-0000-000000000000}"/>
            </ac:picMkLst>
          </pc:picChg>
        </pc:sldLayoutChg>
      </pc:sldMasterChg>
    </pc:docChg>
  </pc:docChgLst>
  <pc:docChgLst>
    <pc:chgData name="Vita Šakele" userId="22473504-fb74-45b6-b9ac-a87e59254042" providerId="ADAL" clId="{A497E350-9652-49E5-BF85-27153F2287BC}"/>
    <pc:docChg chg="custSel modSld">
      <pc:chgData name="Vita Šakele" userId="22473504-fb74-45b6-b9ac-a87e59254042" providerId="ADAL" clId="{A497E350-9652-49E5-BF85-27153F2287BC}" dt="2021-01-08T09:17:50.900" v="0" actId="478"/>
      <pc:docMkLst>
        <pc:docMk/>
      </pc:docMkLst>
      <pc:sldChg chg="delSp mod">
        <pc:chgData name="Vita Šakele" userId="22473504-fb74-45b6-b9ac-a87e59254042" providerId="ADAL" clId="{A497E350-9652-49E5-BF85-27153F2287BC}" dt="2021-01-08T09:17:50.900" v="0" actId="478"/>
        <pc:sldMkLst>
          <pc:docMk/>
          <pc:sldMk cId="3140922548" sldId="263"/>
        </pc:sldMkLst>
        <pc:spChg chg="del">
          <ac:chgData name="Vita Šakele" userId="22473504-fb74-45b6-b9ac-a87e59254042" providerId="ADAL" clId="{A497E350-9652-49E5-BF85-27153F2287BC}" dt="2021-01-08T09:17:50.900" v="0" actId="478"/>
          <ac:spMkLst>
            <pc:docMk/>
            <pc:sldMk cId="3140922548" sldId="263"/>
            <ac:spMk id="5" creationId="{41635B0D-ADDD-4F69-A943-5C5014D8250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FDBB95-2919-BA49-BF3E-F989F8D69C19}" type="datetimeFigureOut">
              <a:rPr lang="en-US" smtClean="0"/>
              <a:t>12/15/2021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7869F8-E71A-D14F-A8BC-587CDE7D4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2047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1E34D1-F639-E448-89D5-A8813FF58557}" type="datetimeFigureOut">
              <a:rPr lang="en-US" smtClean="0"/>
              <a:t>12/15/2021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lv-LV"/>
              <a:t>Click to edit Master text styles</a:t>
            </a:r>
          </a:p>
          <a:p>
            <a:pPr lvl="1"/>
            <a:r>
              <a:rPr lang="lv-LV"/>
              <a:t>Second level</a:t>
            </a:r>
          </a:p>
          <a:p>
            <a:pPr lvl="2"/>
            <a:r>
              <a:rPr lang="lv-LV"/>
              <a:t>Third level</a:t>
            </a:r>
          </a:p>
          <a:p>
            <a:pPr lvl="3"/>
            <a:r>
              <a:rPr lang="lv-LV"/>
              <a:t>Fourth level</a:t>
            </a:r>
          </a:p>
          <a:p>
            <a:pPr lvl="4"/>
            <a:r>
              <a:rPr lang="lv-LV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2579E2-A0C5-8541-B354-36B522AD5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597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79E2-A0C5-8541-B354-36B522AD532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0068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79E2-A0C5-8541-B354-36B522AD532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241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79E2-A0C5-8541-B354-36B522AD532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803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79E2-A0C5-8541-B354-36B522AD532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8116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79E2-A0C5-8541-B354-36B522AD532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8120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not a summary, this is not an enumeration</a:t>
            </a:r>
          </a:p>
          <a:p>
            <a:r>
              <a:rPr lang="en-US" dirty="0"/>
              <a:t>That's what listeners should remember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79E2-A0C5-8541-B354-36B522AD532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5926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79E2-A0C5-8541-B354-36B522AD532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4302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79E2-A0C5-8541-B354-36B522AD532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6348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579E2-A0C5-8541-B354-36B522AD532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391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slai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550333" y="4695825"/>
            <a:ext cx="8102600" cy="495300"/>
          </a:xfrm>
        </p:spPr>
        <p:txBody>
          <a:bodyPr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700">
                <a:solidFill>
                  <a:srgbClr val="00555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lv-LV" sz="2700" dirty="0" err="1"/>
              <a:t>Text</a:t>
            </a:r>
            <a:r>
              <a:rPr lang="lv-LV" sz="2700" dirty="0"/>
              <a:t>, </a:t>
            </a:r>
            <a:r>
              <a:rPr lang="lv-LV" sz="2700" dirty="0" err="1"/>
              <a:t>text</a:t>
            </a:r>
            <a:r>
              <a:rPr lang="lv-LV" sz="2700" dirty="0"/>
              <a:t>, </a:t>
            </a:r>
            <a:r>
              <a:rPr lang="lv-LV" sz="2700" dirty="0" err="1"/>
              <a:t>text</a:t>
            </a:r>
            <a:endParaRPr lang="en-US" sz="270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550863" y="6124575"/>
            <a:ext cx="8102600" cy="295275"/>
          </a:xfrm>
        </p:spPr>
        <p:txBody>
          <a:bodyPr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400">
                <a:solidFill>
                  <a:srgbClr val="005551"/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dirty="0" err="1">
                <a:solidFill>
                  <a:srgbClr val="005551"/>
                </a:solidFill>
                <a:latin typeface="Arial"/>
                <a:cs typeface="Arial"/>
              </a:rPr>
              <a:t>Datums</a:t>
            </a:r>
            <a:endParaRPr lang="en-US" sz="1400" dirty="0">
              <a:solidFill>
                <a:srgbClr val="005551"/>
              </a:solidFill>
              <a:latin typeface="Arial"/>
              <a:cs typeface="Arial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50863" y="5372100"/>
            <a:ext cx="8102600" cy="276225"/>
          </a:xfrm>
        </p:spPr>
        <p:txBody>
          <a:bodyPr>
            <a:noAutofit/>
          </a:bodyPr>
          <a:lstStyle>
            <a:lvl1pPr marL="0" indent="0" algn="ctr">
              <a:buNone/>
              <a:defRPr sz="1400" baseline="0">
                <a:solidFill>
                  <a:srgbClr val="005551"/>
                </a:solidFill>
              </a:defRPr>
            </a:lvl1pPr>
          </a:lstStyle>
          <a:p>
            <a:pPr lvl="0"/>
            <a:r>
              <a:rPr lang="lv-LV" dirty="0"/>
              <a:t>Vārds, uzvārds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50863" y="5648325"/>
            <a:ext cx="8102600" cy="28575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005551"/>
                </a:solidFill>
              </a:defRPr>
            </a:lvl1pPr>
          </a:lstStyle>
          <a:p>
            <a:pPr lvl="0"/>
            <a:r>
              <a:rPr lang="lv-LV" sz="1400" dirty="0"/>
              <a:t>Amats</a:t>
            </a:r>
            <a:endParaRPr lang="lv-LV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2311995"/>
            <a:ext cx="8102600" cy="1809750"/>
          </a:xfrm>
        </p:spPr>
        <p:txBody>
          <a:bodyPr>
            <a:normAutofit/>
          </a:bodyPr>
          <a:lstStyle>
            <a:lvl1pPr marL="0" indent="0" algn="ctr">
              <a:buNone/>
              <a:defRPr sz="5500" b="1" baseline="0">
                <a:solidFill>
                  <a:srgbClr val="005551"/>
                </a:solidFill>
              </a:defRPr>
            </a:lvl1pPr>
          </a:lstStyle>
          <a:p>
            <a:pPr lvl="0"/>
            <a:r>
              <a:rPr lang="lv-LV" dirty="0"/>
              <a:t>Jaunas prezentācijas nosaukums</a:t>
            </a:r>
          </a:p>
        </p:txBody>
      </p:sp>
    </p:spTree>
    <p:extLst>
      <p:ext uri="{BB962C8B-B14F-4D97-AF65-F5344CB8AC3E}">
        <p14:creationId xmlns:p14="http://schemas.microsoft.com/office/powerpoint/2010/main" val="2979143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sauku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0545" y="2883357"/>
            <a:ext cx="6400800" cy="11975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lv-LV" dirty="0"/>
              <a:t>Click to edit Master subtitle style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0"/>
          </p:nvPr>
        </p:nvSpPr>
        <p:spPr>
          <a:xfrm>
            <a:off x="1380545" y="4354823"/>
            <a:ext cx="6400800" cy="134143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lv-LV" dirty="0"/>
              <a:t>Click to edit Master text styles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2415898" y="2741101"/>
            <a:ext cx="4330095" cy="36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2810642" y="4238143"/>
            <a:ext cx="3540606" cy="0"/>
          </a:xfrm>
          <a:prstGeom prst="line">
            <a:avLst/>
          </a:prstGeom>
          <a:ln w="3175" cmpd="sng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457199" y="6272742"/>
            <a:ext cx="2472267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rgbClr val="A6A6A6"/>
                </a:solidFill>
                <a:latin typeface="Arial"/>
                <a:cs typeface="Arial"/>
              </a:defRPr>
            </a:lvl1pPr>
          </a:lstStyle>
          <a:p>
            <a:r>
              <a:rPr lang="lv-LV" dirty="0" err="1"/>
              <a:t>Riga</a:t>
            </a:r>
            <a:r>
              <a:rPr lang="lv-LV" dirty="0"/>
              <a:t> </a:t>
            </a:r>
            <a:r>
              <a:rPr lang="lv-LV" dirty="0" err="1"/>
              <a:t>Technical</a:t>
            </a:r>
            <a:r>
              <a:rPr lang="lv-LV" dirty="0"/>
              <a:t> </a:t>
            </a:r>
            <a:r>
              <a:rPr lang="lv-LV" dirty="0" err="1"/>
              <a:t>University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8736" y="1420280"/>
            <a:ext cx="82296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lv-LV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672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RTU_PPT_4x3_06-05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3931"/>
            <a:ext cx="8229600" cy="2789129"/>
          </a:xfrm>
        </p:spPr>
        <p:txBody>
          <a:bodyPr/>
          <a:lstStyle>
            <a:lvl1pPr marL="342900" indent="-342900">
              <a:buFont typeface="Wingdings" charset="2"/>
              <a:buChar char="§"/>
              <a:defRPr sz="2000">
                <a:solidFill>
                  <a:schemeClr val="accent1"/>
                </a:solidFill>
              </a:defRPr>
            </a:lvl1pPr>
            <a:lvl2pPr>
              <a:defRPr sz="1800">
                <a:solidFill>
                  <a:schemeClr val="accent1"/>
                </a:solidFill>
              </a:defRPr>
            </a:lvl2pPr>
            <a:lvl3pPr marL="1143000" indent="-228600">
              <a:buSzPct val="75000"/>
              <a:buFont typeface="Wingdings" charset="2"/>
              <a:buChar char="§"/>
              <a:defRPr sz="1400">
                <a:solidFill>
                  <a:schemeClr val="accent1"/>
                </a:solidFill>
              </a:defRPr>
            </a:lvl3pPr>
            <a:lvl4pPr>
              <a:buSzPct val="75000"/>
              <a:defRPr sz="1400">
                <a:solidFill>
                  <a:schemeClr val="accent1"/>
                </a:solidFill>
              </a:defRPr>
            </a:lvl4pPr>
            <a:lvl5pPr marL="2114550" indent="-285750">
              <a:buSzPct val="50000"/>
              <a:buFont typeface="Wingdings" charset="2"/>
              <a:buChar char="§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lv-LV" dirty="0"/>
              <a:t>Click to edit Master text styles</a:t>
            </a:r>
          </a:p>
          <a:p>
            <a:pPr lvl="1"/>
            <a:r>
              <a:rPr lang="lv-LV" dirty="0"/>
              <a:t>Second level</a:t>
            </a:r>
          </a:p>
          <a:p>
            <a:pPr lvl="2"/>
            <a:r>
              <a:rPr lang="lv-LV" dirty="0"/>
              <a:t>Third level</a:t>
            </a:r>
          </a:p>
          <a:p>
            <a:pPr lvl="3"/>
            <a:r>
              <a:rPr lang="lv-LV" dirty="0"/>
              <a:t>Fourth level</a:t>
            </a:r>
          </a:p>
          <a:p>
            <a:pPr lvl="4"/>
            <a:r>
              <a:rPr lang="lv-LV" dirty="0"/>
              <a:t>Fifth level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9967310" y="1611586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9967310" y="1611586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9967310" y="1611586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3964"/>
            <a:ext cx="8229600" cy="770685"/>
          </a:xfrm>
        </p:spPr>
        <p:txBody>
          <a:bodyPr anchor="t">
            <a:noAutofit/>
          </a:bodyPr>
          <a:lstStyle>
            <a:lvl1pPr algn="l">
              <a:defRPr sz="4400" b="1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lv-LV" dirty="0"/>
              <a:t>Click to edit Master title style</a:t>
            </a:r>
            <a:endParaRPr lang="en-US"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457199" y="6272742"/>
            <a:ext cx="2472267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rgbClr val="A6A6A6"/>
                </a:solidFill>
                <a:latin typeface="Arial"/>
                <a:cs typeface="Arial"/>
              </a:defRPr>
            </a:lvl1pPr>
          </a:lstStyle>
          <a:p>
            <a:r>
              <a:rPr lang="lv-LV" dirty="0" err="1"/>
              <a:t>Riga</a:t>
            </a:r>
            <a:r>
              <a:rPr lang="lv-LV" dirty="0"/>
              <a:t> </a:t>
            </a:r>
            <a:r>
              <a:rPr lang="lv-LV" dirty="0" err="1"/>
              <a:t>Technical</a:t>
            </a:r>
            <a:r>
              <a:rPr lang="lv-LV" dirty="0"/>
              <a:t> </a:t>
            </a:r>
            <a:r>
              <a:rPr lang="lv-LV" dirty="0" err="1"/>
              <a:t>University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5977467" y="62727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A6A6A6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6"/>
          <p:cNvSpPr txBox="1">
            <a:spLocks/>
          </p:cNvSpPr>
          <p:nvPr userDrawn="1"/>
        </p:nvSpPr>
        <p:spPr>
          <a:xfrm>
            <a:off x="8111067" y="6455304"/>
            <a:ext cx="482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rgbClr val="10205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EF746A6-E283-484D-A747-262174EE73C9}" type="slidenum">
              <a:rPr lang="en-US" smtClean="0">
                <a:solidFill>
                  <a:srgbClr val="A6A6A6"/>
                </a:solidFill>
              </a:rPr>
              <a:pPr/>
              <a:t>‹#›</a:t>
            </a:fld>
            <a:endParaRPr lang="en-US" dirty="0">
              <a:solidFill>
                <a:srgbClr val="A6A6A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308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dalu_slaid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RTU_PPT_4x3_03-02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1271076"/>
            <a:ext cx="7772400" cy="1470025"/>
          </a:xfrm>
        </p:spPr>
        <p:txBody>
          <a:bodyPr>
            <a:noAutofit/>
          </a:bodyPr>
          <a:lstStyle>
            <a:lvl1pPr algn="ctr">
              <a:defRPr sz="5500" b="1" i="0">
                <a:solidFill>
                  <a:srgbClr val="005551"/>
                </a:solidFill>
                <a:latin typeface="Arial"/>
                <a:cs typeface="Arial"/>
              </a:defRPr>
            </a:lvl1pPr>
          </a:lstStyle>
          <a:p>
            <a:r>
              <a:rPr lang="lv-LV" dirty="0"/>
              <a:t>Click to edit</a:t>
            </a:r>
            <a:br>
              <a:rPr lang="lv-LV" dirty="0"/>
            </a:br>
            <a:r>
              <a:rPr lang="lv-LV" dirty="0"/>
              <a:t>master text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371600" y="3206978"/>
            <a:ext cx="6400800" cy="64724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rgbClr val="00555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lv-LV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667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1948"/>
            <a:ext cx="8229600" cy="772587"/>
          </a:xfrm>
        </p:spPr>
        <p:txBody>
          <a:bodyPr/>
          <a:lstStyle/>
          <a:p>
            <a:r>
              <a:rPr lang="lv-LV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lv-LV" dirty="0" err="1"/>
              <a:t>Riga</a:t>
            </a:r>
            <a:r>
              <a:rPr lang="lv-LV" dirty="0"/>
              <a:t> </a:t>
            </a:r>
            <a:r>
              <a:rPr lang="lv-LV" dirty="0" err="1"/>
              <a:t>Technical</a:t>
            </a:r>
            <a:r>
              <a:rPr lang="lv-LV" dirty="0"/>
              <a:t> </a:t>
            </a:r>
            <a:r>
              <a:rPr lang="lv-LV" dirty="0" err="1"/>
              <a:t>University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453931"/>
            <a:ext cx="8229600" cy="2789129"/>
          </a:xfrm>
        </p:spPr>
        <p:txBody>
          <a:bodyPr/>
          <a:lstStyle>
            <a:lvl1pPr marL="342900" indent="-342900">
              <a:buFont typeface="Wingdings" charset="2"/>
              <a:buChar char="§"/>
              <a:defRPr sz="2000">
                <a:solidFill>
                  <a:schemeClr val="accent1"/>
                </a:solidFill>
              </a:defRPr>
            </a:lvl1pPr>
            <a:lvl2pPr>
              <a:defRPr sz="1800">
                <a:solidFill>
                  <a:schemeClr val="accent1"/>
                </a:solidFill>
              </a:defRPr>
            </a:lvl2pPr>
            <a:lvl3pPr marL="1143000" indent="-228600">
              <a:buSzPct val="75000"/>
              <a:buFont typeface="Wingdings" charset="2"/>
              <a:buChar char="§"/>
              <a:defRPr sz="1400">
                <a:solidFill>
                  <a:schemeClr val="accent1"/>
                </a:solidFill>
              </a:defRPr>
            </a:lvl3pPr>
            <a:lvl4pPr>
              <a:buSzPct val="75000"/>
              <a:defRPr sz="1400">
                <a:solidFill>
                  <a:schemeClr val="accent1"/>
                </a:solidFill>
              </a:defRPr>
            </a:lvl4pPr>
            <a:lvl5pPr marL="2114550" indent="-285750">
              <a:buSzPct val="50000"/>
              <a:buFont typeface="Wingdings" charset="2"/>
              <a:buChar char="§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lv-LV" dirty="0"/>
              <a:t>Click to edit Master text styles</a:t>
            </a:r>
          </a:p>
          <a:p>
            <a:pPr lvl="1"/>
            <a:r>
              <a:rPr lang="lv-LV" dirty="0"/>
              <a:t>Second level</a:t>
            </a:r>
          </a:p>
          <a:p>
            <a:pPr lvl="2"/>
            <a:r>
              <a:rPr lang="lv-LV" dirty="0"/>
              <a:t>Third level</a:t>
            </a:r>
          </a:p>
          <a:p>
            <a:pPr lvl="3"/>
            <a:r>
              <a:rPr lang="lv-LV" dirty="0"/>
              <a:t>Fourth level</a:t>
            </a:r>
          </a:p>
          <a:p>
            <a:pPr lvl="4"/>
            <a:r>
              <a:rPr lang="lv-LV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19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indent="-342900">
              <a:buFont typeface="Wingdings" charset="2"/>
              <a:buChar char="§"/>
              <a:defRPr sz="1800">
                <a:solidFill>
                  <a:srgbClr val="005551"/>
                </a:solidFill>
              </a:defRPr>
            </a:lvl1pPr>
            <a:lvl2pPr>
              <a:defRPr sz="1800">
                <a:solidFill>
                  <a:srgbClr val="005551"/>
                </a:solidFill>
              </a:defRPr>
            </a:lvl2pPr>
            <a:lvl3pPr marL="1143000" indent="-228600">
              <a:buSzPct val="75000"/>
              <a:buFont typeface="Wingdings" charset="2"/>
              <a:buChar char="§"/>
              <a:defRPr sz="1400">
                <a:solidFill>
                  <a:srgbClr val="005551"/>
                </a:solidFill>
              </a:defRPr>
            </a:lvl3pPr>
            <a:lvl4pPr>
              <a:buSzPct val="75000"/>
              <a:defRPr sz="1400">
                <a:solidFill>
                  <a:srgbClr val="005551"/>
                </a:solidFill>
              </a:defRPr>
            </a:lvl4pPr>
            <a:lvl5pPr marL="2057400" indent="-228600">
              <a:buSzPct val="50000"/>
              <a:buFont typeface="Wingdings" charset="2"/>
              <a:buChar char="§"/>
              <a:defRPr sz="1400">
                <a:solidFill>
                  <a:srgbClr val="00555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lv-LV" dirty="0"/>
              <a:t>Click to edit Master text styles</a:t>
            </a:r>
          </a:p>
          <a:p>
            <a:pPr lvl="1"/>
            <a:r>
              <a:rPr lang="lv-LV" dirty="0"/>
              <a:t>Second level</a:t>
            </a:r>
          </a:p>
          <a:p>
            <a:pPr lvl="2"/>
            <a:r>
              <a:rPr lang="lv-LV" dirty="0"/>
              <a:t>Third level</a:t>
            </a:r>
          </a:p>
          <a:p>
            <a:pPr lvl="3"/>
            <a:r>
              <a:rPr lang="lv-LV" dirty="0"/>
              <a:t>Fourth level</a:t>
            </a:r>
          </a:p>
          <a:p>
            <a:pPr lvl="4"/>
            <a:r>
              <a:rPr lang="lv-LV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 marL="342900" indent="-342900">
              <a:buFont typeface="Wingdings" charset="2"/>
              <a:buChar char="§"/>
              <a:defRPr sz="1800">
                <a:solidFill>
                  <a:srgbClr val="005551"/>
                </a:solidFill>
              </a:defRPr>
            </a:lvl1pPr>
            <a:lvl2pPr>
              <a:defRPr sz="1800">
                <a:solidFill>
                  <a:srgbClr val="005551"/>
                </a:solidFill>
              </a:defRPr>
            </a:lvl2pPr>
            <a:lvl3pPr marL="1143000" indent="-228600">
              <a:buSzPct val="75000"/>
              <a:buFont typeface="Wingdings" charset="2"/>
              <a:buChar char="§"/>
              <a:defRPr sz="1400">
                <a:solidFill>
                  <a:srgbClr val="005551"/>
                </a:solidFill>
              </a:defRPr>
            </a:lvl3pPr>
            <a:lvl4pPr>
              <a:buSzPct val="75000"/>
              <a:defRPr sz="1400">
                <a:solidFill>
                  <a:srgbClr val="005551"/>
                </a:solidFill>
              </a:defRPr>
            </a:lvl4pPr>
            <a:lvl5pPr marL="2057400" indent="-228600">
              <a:buSzPct val="50000"/>
              <a:buFont typeface="Wingdings" charset="2"/>
              <a:buChar char="§"/>
              <a:defRPr sz="1400">
                <a:solidFill>
                  <a:srgbClr val="00555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lv-LV" dirty="0"/>
              <a:t>Click to edit Master text styles</a:t>
            </a:r>
          </a:p>
          <a:p>
            <a:pPr lvl="1"/>
            <a:r>
              <a:rPr lang="lv-LV" dirty="0"/>
              <a:t>Second level</a:t>
            </a:r>
          </a:p>
          <a:p>
            <a:pPr lvl="2"/>
            <a:r>
              <a:rPr lang="lv-LV" dirty="0"/>
              <a:t>Third level</a:t>
            </a:r>
          </a:p>
          <a:p>
            <a:pPr lvl="3"/>
            <a:r>
              <a:rPr lang="lv-LV" dirty="0"/>
              <a:t>Fourth level</a:t>
            </a:r>
          </a:p>
          <a:p>
            <a:pPr lvl="4"/>
            <a:r>
              <a:rPr lang="lv-LV" dirty="0"/>
              <a:t>Fifth level</a:t>
            </a:r>
            <a:endParaRPr lang="en-US" dirty="0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457199" y="6272742"/>
            <a:ext cx="2472267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rgbClr val="A6A6A6"/>
                </a:solidFill>
                <a:latin typeface="Arial"/>
                <a:cs typeface="Arial"/>
              </a:defRPr>
            </a:lvl1pPr>
          </a:lstStyle>
          <a:p>
            <a:r>
              <a:rPr lang="lv-LV" dirty="0" err="1"/>
              <a:t>Riga</a:t>
            </a:r>
            <a:r>
              <a:rPr lang="lv-LV" dirty="0"/>
              <a:t> </a:t>
            </a:r>
            <a:r>
              <a:rPr lang="lv-LV" dirty="0" err="1"/>
              <a:t>Technical</a:t>
            </a:r>
            <a:r>
              <a:rPr lang="lv-LV" dirty="0"/>
              <a:t> </a:t>
            </a:r>
            <a:r>
              <a:rPr lang="lv-LV" dirty="0" err="1"/>
              <a:t>University</a:t>
            </a:r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5977467" y="62727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A6A6A6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419100"/>
            <a:ext cx="8229600" cy="990600"/>
          </a:xfrm>
        </p:spPr>
        <p:txBody>
          <a:bodyPr>
            <a:normAutofit/>
          </a:bodyPr>
          <a:lstStyle>
            <a:lvl1pPr marL="0" indent="0">
              <a:buNone/>
              <a:defRPr sz="4400" b="1">
                <a:solidFill>
                  <a:srgbClr val="005551"/>
                </a:solidFill>
              </a:defRPr>
            </a:lvl1pPr>
          </a:lstStyle>
          <a:p>
            <a:pPr lvl="0"/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1413618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539999"/>
            <a:ext cx="4040188" cy="3586163"/>
          </a:xfrm>
        </p:spPr>
        <p:txBody>
          <a:bodyPr/>
          <a:lstStyle>
            <a:lvl1pPr marL="342900" indent="-342900">
              <a:buFont typeface="Wingdings" charset="2"/>
              <a:buChar char="§"/>
              <a:defRPr sz="1800">
                <a:solidFill>
                  <a:srgbClr val="005551"/>
                </a:solidFill>
              </a:defRPr>
            </a:lvl1pPr>
            <a:lvl2pPr>
              <a:defRPr sz="1800">
                <a:solidFill>
                  <a:srgbClr val="005551"/>
                </a:solidFill>
              </a:defRPr>
            </a:lvl2pPr>
            <a:lvl3pPr marL="1143000" indent="-228600">
              <a:buSzPct val="75000"/>
              <a:buFont typeface="Wingdings" charset="2"/>
              <a:buChar char="§"/>
              <a:defRPr sz="1400">
                <a:solidFill>
                  <a:srgbClr val="005551"/>
                </a:solidFill>
              </a:defRPr>
            </a:lvl3pPr>
            <a:lvl4pPr>
              <a:buSzPct val="75000"/>
              <a:defRPr sz="1400">
                <a:solidFill>
                  <a:srgbClr val="005551"/>
                </a:solidFill>
              </a:defRPr>
            </a:lvl4pPr>
            <a:lvl5pPr marL="2057400" indent="-228600">
              <a:buSzPct val="50000"/>
              <a:buFont typeface="Wingdings" charset="2"/>
              <a:buChar char="§"/>
              <a:defRPr sz="1400">
                <a:solidFill>
                  <a:srgbClr val="00555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lv-LV" dirty="0" err="1"/>
              <a:t>Click</a:t>
            </a:r>
            <a:r>
              <a:rPr lang="lv-LV" dirty="0"/>
              <a:t> to </a:t>
            </a:r>
            <a:r>
              <a:rPr lang="lv-LV" dirty="0" err="1"/>
              <a:t>edit</a:t>
            </a:r>
            <a:r>
              <a:rPr lang="lv-LV" dirty="0"/>
              <a:t> </a:t>
            </a:r>
            <a:r>
              <a:rPr lang="lv-LV" dirty="0" err="1"/>
              <a:t>Master</a:t>
            </a:r>
            <a:r>
              <a:rPr lang="lv-LV" dirty="0"/>
              <a:t> </a:t>
            </a:r>
            <a:r>
              <a:rPr lang="lv-LV" dirty="0" err="1"/>
              <a:t>text</a:t>
            </a:r>
            <a:r>
              <a:rPr lang="lv-LV" dirty="0"/>
              <a:t> </a:t>
            </a:r>
            <a:r>
              <a:rPr lang="lv-LV" dirty="0" err="1"/>
              <a:t>styles</a:t>
            </a:r>
            <a:endParaRPr lang="lv-LV" dirty="0"/>
          </a:p>
          <a:p>
            <a:pPr lvl="1"/>
            <a:r>
              <a:rPr lang="lv-LV" dirty="0" err="1"/>
              <a:t>Second</a:t>
            </a:r>
            <a:r>
              <a:rPr lang="lv-LV" dirty="0"/>
              <a:t> </a:t>
            </a:r>
            <a:r>
              <a:rPr lang="lv-LV" dirty="0" err="1"/>
              <a:t>level</a:t>
            </a:r>
            <a:endParaRPr lang="lv-LV" dirty="0"/>
          </a:p>
          <a:p>
            <a:pPr lvl="2"/>
            <a:r>
              <a:rPr lang="lv-LV" dirty="0" err="1"/>
              <a:t>Third</a:t>
            </a:r>
            <a:r>
              <a:rPr lang="lv-LV" dirty="0"/>
              <a:t> </a:t>
            </a:r>
            <a:r>
              <a:rPr lang="lv-LV" dirty="0" err="1"/>
              <a:t>level</a:t>
            </a:r>
            <a:endParaRPr lang="lv-LV" dirty="0"/>
          </a:p>
          <a:p>
            <a:pPr lvl="3"/>
            <a:r>
              <a:rPr lang="lv-LV" dirty="0" err="1"/>
              <a:t>Fourth</a:t>
            </a:r>
            <a:r>
              <a:rPr lang="lv-LV" dirty="0"/>
              <a:t> </a:t>
            </a:r>
            <a:r>
              <a:rPr lang="lv-LV" dirty="0" err="1"/>
              <a:t>level</a:t>
            </a:r>
            <a:endParaRPr lang="lv-LV" dirty="0"/>
          </a:p>
          <a:p>
            <a:pPr lvl="4"/>
            <a:r>
              <a:rPr lang="lv-LV" dirty="0" err="1"/>
              <a:t>Fifth</a:t>
            </a:r>
            <a:r>
              <a:rPr lang="lv-LV" dirty="0"/>
              <a:t> </a:t>
            </a:r>
            <a:r>
              <a:rPr lang="lv-LV" dirty="0" err="1"/>
              <a:t>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39999"/>
            <a:ext cx="4041775" cy="3586164"/>
          </a:xfrm>
        </p:spPr>
        <p:txBody>
          <a:bodyPr/>
          <a:lstStyle>
            <a:lvl1pPr marL="342900" indent="-342900">
              <a:buFont typeface="Wingdings" charset="2"/>
              <a:buChar char="§"/>
              <a:defRPr sz="1800">
                <a:solidFill>
                  <a:srgbClr val="005551"/>
                </a:solidFill>
              </a:defRPr>
            </a:lvl1pPr>
            <a:lvl2pPr>
              <a:defRPr sz="1800">
                <a:solidFill>
                  <a:srgbClr val="005551"/>
                </a:solidFill>
              </a:defRPr>
            </a:lvl2pPr>
            <a:lvl3pPr marL="1143000" indent="-228600">
              <a:buSzPct val="75000"/>
              <a:buFont typeface="Wingdings" charset="2"/>
              <a:buChar char="§"/>
              <a:defRPr sz="1400">
                <a:solidFill>
                  <a:srgbClr val="005551"/>
                </a:solidFill>
              </a:defRPr>
            </a:lvl3pPr>
            <a:lvl4pPr>
              <a:buSzPct val="75000"/>
              <a:defRPr sz="1400">
                <a:solidFill>
                  <a:srgbClr val="005551"/>
                </a:solidFill>
              </a:defRPr>
            </a:lvl4pPr>
            <a:lvl5pPr marL="2057400" indent="-228600">
              <a:buSzPct val="50000"/>
              <a:buFont typeface="Wingdings" charset="2"/>
              <a:buChar char="§"/>
              <a:defRPr sz="1400">
                <a:solidFill>
                  <a:srgbClr val="00555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lv-LV" dirty="0" err="1"/>
              <a:t>Click</a:t>
            </a:r>
            <a:r>
              <a:rPr lang="lv-LV" dirty="0"/>
              <a:t> to </a:t>
            </a:r>
            <a:r>
              <a:rPr lang="lv-LV" dirty="0" err="1"/>
              <a:t>edit</a:t>
            </a:r>
            <a:r>
              <a:rPr lang="lv-LV" dirty="0"/>
              <a:t> </a:t>
            </a:r>
            <a:r>
              <a:rPr lang="lv-LV" dirty="0" err="1"/>
              <a:t>Master</a:t>
            </a:r>
            <a:r>
              <a:rPr lang="lv-LV" dirty="0"/>
              <a:t> </a:t>
            </a:r>
            <a:r>
              <a:rPr lang="lv-LV" dirty="0" err="1"/>
              <a:t>text</a:t>
            </a:r>
            <a:r>
              <a:rPr lang="lv-LV" dirty="0"/>
              <a:t> </a:t>
            </a:r>
            <a:r>
              <a:rPr lang="lv-LV" dirty="0" err="1"/>
              <a:t>styles</a:t>
            </a:r>
            <a:endParaRPr lang="lv-LV" dirty="0"/>
          </a:p>
          <a:p>
            <a:pPr lvl="1"/>
            <a:r>
              <a:rPr lang="lv-LV" dirty="0" err="1"/>
              <a:t>Second</a:t>
            </a:r>
            <a:r>
              <a:rPr lang="lv-LV" dirty="0"/>
              <a:t> </a:t>
            </a:r>
            <a:r>
              <a:rPr lang="lv-LV" dirty="0" err="1"/>
              <a:t>level</a:t>
            </a:r>
            <a:endParaRPr lang="lv-LV" dirty="0"/>
          </a:p>
          <a:p>
            <a:pPr lvl="2"/>
            <a:r>
              <a:rPr lang="lv-LV" dirty="0" err="1"/>
              <a:t>Third</a:t>
            </a:r>
            <a:r>
              <a:rPr lang="lv-LV" dirty="0"/>
              <a:t> </a:t>
            </a:r>
            <a:r>
              <a:rPr lang="lv-LV" dirty="0" err="1"/>
              <a:t>level</a:t>
            </a:r>
            <a:endParaRPr lang="lv-LV" dirty="0"/>
          </a:p>
          <a:p>
            <a:pPr lvl="3"/>
            <a:r>
              <a:rPr lang="lv-LV" dirty="0" err="1"/>
              <a:t>Fourth</a:t>
            </a:r>
            <a:r>
              <a:rPr lang="lv-LV" dirty="0"/>
              <a:t> </a:t>
            </a:r>
            <a:r>
              <a:rPr lang="lv-LV" dirty="0" err="1"/>
              <a:t>level</a:t>
            </a:r>
            <a:endParaRPr lang="lv-LV" dirty="0"/>
          </a:p>
          <a:p>
            <a:pPr lvl="4"/>
            <a:r>
              <a:rPr lang="lv-LV" dirty="0" err="1"/>
              <a:t>Fifth</a:t>
            </a:r>
            <a:r>
              <a:rPr lang="lv-LV" dirty="0"/>
              <a:t> </a:t>
            </a:r>
            <a:r>
              <a:rPr lang="lv-LV" dirty="0" err="1"/>
              <a:t>level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465491" y="1146908"/>
            <a:ext cx="4031897" cy="1184275"/>
          </a:xfrm>
        </p:spPr>
        <p:txBody>
          <a:bodyPr>
            <a:noAutofit/>
          </a:bodyPr>
          <a:lstStyle>
            <a:lvl1pPr marL="0" indent="0">
              <a:buNone/>
              <a:defRPr sz="3600" b="1" i="0" baseline="0">
                <a:solidFill>
                  <a:schemeClr val="accent1"/>
                </a:solidFill>
                <a:latin typeface="Arial"/>
                <a:cs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lv-LV" dirty="0"/>
              <a:t>Click to edit text title style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half" idx="15" hasCustomPrompt="1"/>
          </p:nvPr>
        </p:nvSpPr>
        <p:spPr>
          <a:xfrm>
            <a:off x="4645025" y="1146908"/>
            <a:ext cx="4031897" cy="1184275"/>
          </a:xfrm>
        </p:spPr>
        <p:txBody>
          <a:bodyPr>
            <a:noAutofit/>
          </a:bodyPr>
          <a:lstStyle>
            <a:lvl1pPr marL="0" indent="0">
              <a:buNone/>
              <a:defRPr sz="3600" b="1" i="0" baseline="0">
                <a:solidFill>
                  <a:schemeClr val="accent1"/>
                </a:solidFill>
                <a:latin typeface="Arial"/>
                <a:cs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lv-LV" dirty="0"/>
              <a:t>Click to edit text title style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363964"/>
            <a:ext cx="8229600" cy="770685"/>
          </a:xfrm>
        </p:spPr>
        <p:txBody>
          <a:bodyPr anchor="t">
            <a:noAutofit/>
          </a:bodyPr>
          <a:lstStyle>
            <a:lvl1pPr algn="l">
              <a:defRPr sz="2600">
                <a:solidFill>
                  <a:schemeClr val="accent1"/>
                </a:solidFill>
              </a:defRPr>
            </a:lvl1pPr>
          </a:lstStyle>
          <a:p>
            <a:r>
              <a:rPr lang="lv-LV"/>
              <a:t>Click to edit Master title style</a:t>
            </a:r>
            <a:endParaRPr 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199571" y="6567714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6"/>
          </p:nvPr>
        </p:nvSpPr>
        <p:spPr>
          <a:xfrm>
            <a:off x="457199" y="6272742"/>
            <a:ext cx="2472267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rgbClr val="A6A6A6"/>
                </a:solidFill>
                <a:latin typeface="Arial"/>
                <a:cs typeface="Arial"/>
              </a:defRPr>
            </a:lvl1pPr>
          </a:lstStyle>
          <a:p>
            <a:r>
              <a:rPr lang="lv-LV" dirty="0" err="1"/>
              <a:t>Riga</a:t>
            </a:r>
            <a:r>
              <a:rPr lang="lv-LV" dirty="0"/>
              <a:t> </a:t>
            </a:r>
            <a:r>
              <a:rPr lang="lv-LV" dirty="0" err="1"/>
              <a:t>Technical</a:t>
            </a:r>
            <a:r>
              <a:rPr lang="lv-LV" dirty="0"/>
              <a:t> </a:t>
            </a:r>
            <a:r>
              <a:rPr lang="lv-LV" dirty="0" err="1"/>
              <a:t>University</a:t>
            </a:r>
            <a:endParaRPr lang="en-US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7"/>
          </p:nvPr>
        </p:nvSpPr>
        <p:spPr>
          <a:xfrm>
            <a:off x="5977467" y="62727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A6A6A6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892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dalu_slaid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TU_PPT_4x3_04-0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1271076"/>
            <a:ext cx="7772400" cy="1470025"/>
          </a:xfrm>
        </p:spPr>
        <p:txBody>
          <a:bodyPr>
            <a:noAutofit/>
          </a:bodyPr>
          <a:lstStyle>
            <a:lvl1pPr algn="ctr">
              <a:defRPr sz="55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lv-LV" dirty="0"/>
              <a:t>Click to edit</a:t>
            </a:r>
            <a:br>
              <a:rPr lang="lv-LV" dirty="0"/>
            </a:br>
            <a:r>
              <a:rPr lang="lv-LV" dirty="0"/>
              <a:t>master text style</a:t>
            </a:r>
            <a:endParaRPr lang="en-US" dirty="0"/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1371600" y="3179691"/>
            <a:ext cx="6400800" cy="7149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lv-LV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910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ākum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8176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30327"/>
            <a:ext cx="5111750" cy="4995835"/>
          </a:xfrm>
        </p:spPr>
        <p:txBody>
          <a:bodyPr/>
          <a:lstStyle>
            <a:lvl1pPr>
              <a:defRPr sz="1800">
                <a:solidFill>
                  <a:srgbClr val="005551"/>
                </a:solidFill>
              </a:defRPr>
            </a:lvl1pPr>
            <a:lvl2pPr>
              <a:defRPr sz="1800">
                <a:solidFill>
                  <a:srgbClr val="005551"/>
                </a:solidFill>
              </a:defRPr>
            </a:lvl2pPr>
            <a:lvl3pPr>
              <a:defRPr sz="1400">
                <a:solidFill>
                  <a:srgbClr val="005551"/>
                </a:solidFill>
              </a:defRPr>
            </a:lvl3pPr>
            <a:lvl4pPr>
              <a:defRPr sz="1400">
                <a:solidFill>
                  <a:srgbClr val="005551"/>
                </a:solidFill>
              </a:defRPr>
            </a:lvl4pPr>
            <a:lvl5pPr>
              <a:defRPr sz="1400">
                <a:solidFill>
                  <a:srgbClr val="00555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lv-LV" dirty="0"/>
              <a:t>Click to edit Master text styles</a:t>
            </a:r>
          </a:p>
          <a:p>
            <a:pPr lvl="1"/>
            <a:r>
              <a:rPr lang="lv-LV" dirty="0"/>
              <a:t>Second level</a:t>
            </a:r>
          </a:p>
          <a:p>
            <a:pPr lvl="2"/>
            <a:r>
              <a:rPr lang="lv-LV" dirty="0"/>
              <a:t>Third level</a:t>
            </a:r>
          </a:p>
          <a:p>
            <a:pPr lvl="3"/>
            <a:r>
              <a:rPr lang="lv-LV" dirty="0"/>
              <a:t>Fourth level</a:t>
            </a:r>
          </a:p>
          <a:p>
            <a:pPr lvl="4"/>
            <a:r>
              <a:rPr lang="lv-LV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657230"/>
            <a:ext cx="3008313" cy="3468931"/>
          </a:xfrm>
        </p:spPr>
        <p:txBody>
          <a:bodyPr/>
          <a:lstStyle>
            <a:lvl1pPr marL="0" indent="0">
              <a:buNone/>
              <a:defRPr sz="1400">
                <a:solidFill>
                  <a:srgbClr val="00555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lv-LV" dirty="0"/>
              <a:t>Click to edit Master text styles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3" hasCustomPrompt="1"/>
          </p:nvPr>
        </p:nvSpPr>
        <p:spPr>
          <a:xfrm>
            <a:off x="457200" y="1130328"/>
            <a:ext cx="3008313" cy="1431924"/>
          </a:xfrm>
        </p:spPr>
        <p:txBody>
          <a:bodyPr>
            <a:noAutofit/>
          </a:bodyPr>
          <a:lstStyle>
            <a:lvl1pPr marL="0" indent="0">
              <a:buNone/>
              <a:defRPr sz="3600" baseline="0">
                <a:solidFill>
                  <a:srgbClr val="00555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lv-LV" dirty="0"/>
              <a:t>Click to edit text title style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156859"/>
            <a:ext cx="8229600" cy="868909"/>
          </a:xfrm>
        </p:spPr>
        <p:txBody>
          <a:bodyPr anchor="t">
            <a:noAutofit/>
          </a:bodyPr>
          <a:lstStyle>
            <a:lvl1pPr algn="l">
              <a:defRPr sz="2800">
                <a:solidFill>
                  <a:srgbClr val="005551"/>
                </a:solidFill>
              </a:defRPr>
            </a:lvl1pPr>
          </a:lstStyle>
          <a:p>
            <a:r>
              <a:rPr lang="lv-LV" dirty="0"/>
              <a:t>Click to edit Master title style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457199" y="6272742"/>
            <a:ext cx="2472267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rgbClr val="A6A6A6"/>
                </a:solidFill>
                <a:latin typeface="Arial"/>
                <a:cs typeface="Arial"/>
              </a:defRPr>
            </a:lvl1pPr>
          </a:lstStyle>
          <a:p>
            <a:r>
              <a:rPr lang="lv-LV" dirty="0" err="1"/>
              <a:t>Riga</a:t>
            </a:r>
            <a:r>
              <a:rPr lang="lv-LV" dirty="0"/>
              <a:t> </a:t>
            </a:r>
            <a:r>
              <a:rPr lang="lv-LV" dirty="0" err="1"/>
              <a:t>Technical</a:t>
            </a:r>
            <a:r>
              <a:rPr lang="lv-LV" dirty="0"/>
              <a:t> </a:t>
            </a:r>
            <a:r>
              <a:rPr lang="lv-LV" dirty="0" err="1"/>
              <a:t>University</a:t>
            </a:r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>
          <a:xfrm>
            <a:off x="5977467" y="62727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A6A6A6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014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dalu_slaids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RTU_PPT_4x3_07-06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371743"/>
            <a:ext cx="7772400" cy="1470025"/>
          </a:xfrm>
        </p:spPr>
        <p:txBody>
          <a:bodyPr>
            <a:noAutofit/>
          </a:bodyPr>
          <a:lstStyle>
            <a:lvl1pPr algn="ctr">
              <a:defRPr sz="55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lv-LV" dirty="0"/>
              <a:t>Click to edit</a:t>
            </a:r>
            <a:br>
              <a:rPr lang="lv-LV" dirty="0"/>
            </a:br>
            <a:r>
              <a:rPr lang="lv-LV" dirty="0"/>
              <a:t>master text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241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ēli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482601" y="1182076"/>
            <a:ext cx="8204200" cy="5015523"/>
          </a:xfrm>
        </p:spPr>
        <p:txBody>
          <a:bodyPr/>
          <a:lstStyle>
            <a:lvl1pPr>
              <a:defRPr>
                <a:solidFill>
                  <a:srgbClr val="005551"/>
                </a:solidFill>
              </a:defRPr>
            </a:lvl1pPr>
          </a:lstStyle>
          <a:p>
            <a:r>
              <a:rPr lang="lv-LV" dirty="0"/>
              <a:t>Drag picture to placeholder or click icon to add</a:t>
            </a:r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57200" y="156859"/>
            <a:ext cx="8229600" cy="868909"/>
          </a:xfrm>
        </p:spPr>
        <p:txBody>
          <a:bodyPr anchor="t">
            <a:noAutofit/>
          </a:bodyPr>
          <a:lstStyle>
            <a:lvl1pPr algn="l">
              <a:defRPr sz="3600">
                <a:solidFill>
                  <a:srgbClr val="005551"/>
                </a:solidFill>
              </a:defRPr>
            </a:lvl1pPr>
          </a:lstStyle>
          <a:p>
            <a:r>
              <a:rPr lang="lv-LV" dirty="0"/>
              <a:t>Click to edit Master title style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457199" y="6272742"/>
            <a:ext cx="2472267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rgbClr val="A6A6A6"/>
                </a:solidFill>
                <a:latin typeface="Arial"/>
                <a:cs typeface="Arial"/>
              </a:defRPr>
            </a:lvl1pPr>
          </a:lstStyle>
          <a:p>
            <a:r>
              <a:rPr lang="lv-LV" dirty="0" err="1"/>
              <a:t>Riga</a:t>
            </a:r>
            <a:r>
              <a:rPr lang="lv-LV" dirty="0"/>
              <a:t> </a:t>
            </a:r>
            <a:r>
              <a:rPr lang="lv-LV" dirty="0" err="1"/>
              <a:t>Technical</a:t>
            </a:r>
            <a:r>
              <a:rPr lang="lv-LV" dirty="0"/>
              <a:t> </a:t>
            </a:r>
            <a:r>
              <a:rPr lang="lv-LV" dirty="0" err="1"/>
              <a:t>University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5977467" y="62727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A6A6A6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9802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ēli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485253" y="1182077"/>
            <a:ext cx="4103680" cy="2370665"/>
          </a:xfrm>
        </p:spPr>
        <p:txBody>
          <a:bodyPr>
            <a:normAutofit/>
          </a:bodyPr>
          <a:lstStyle>
            <a:lvl1pPr>
              <a:defRPr sz="2000">
                <a:solidFill>
                  <a:srgbClr val="989898"/>
                </a:solidFill>
              </a:defRPr>
            </a:lvl1pPr>
          </a:lstStyle>
          <a:p>
            <a:r>
              <a:rPr lang="lv-LV" dirty="0"/>
              <a:t>Drag picture to placeholder or click icon to add</a:t>
            </a:r>
            <a:endParaRPr lang="en-US" dirty="0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4682066" y="1182077"/>
            <a:ext cx="4004733" cy="4821320"/>
          </a:xfrm>
        </p:spPr>
        <p:txBody>
          <a:bodyPr>
            <a:normAutofit/>
          </a:bodyPr>
          <a:lstStyle>
            <a:lvl1pPr>
              <a:defRPr sz="2000">
                <a:solidFill>
                  <a:srgbClr val="989898"/>
                </a:solidFill>
              </a:defRPr>
            </a:lvl1pPr>
          </a:lstStyle>
          <a:p>
            <a:r>
              <a:rPr lang="lv-LV" dirty="0"/>
              <a:t>Drag picture to placeholder or click icon to add</a:t>
            </a:r>
            <a:endParaRPr lang="en-US" dirty="0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85253" y="3632730"/>
            <a:ext cx="4103680" cy="2370665"/>
          </a:xfrm>
        </p:spPr>
        <p:txBody>
          <a:bodyPr>
            <a:normAutofit/>
          </a:bodyPr>
          <a:lstStyle>
            <a:lvl1pPr>
              <a:defRPr sz="2000">
                <a:solidFill>
                  <a:srgbClr val="989898"/>
                </a:solidFill>
              </a:defRPr>
            </a:lvl1pPr>
          </a:lstStyle>
          <a:p>
            <a:r>
              <a:rPr lang="lv-LV" dirty="0"/>
              <a:t>Drag picture to placeholder or click icon to add</a:t>
            </a:r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57200" y="156859"/>
            <a:ext cx="8229600" cy="868909"/>
          </a:xfrm>
        </p:spPr>
        <p:txBody>
          <a:bodyPr anchor="t">
            <a:noAutofit/>
          </a:bodyPr>
          <a:lstStyle>
            <a:lvl1pPr algn="l">
              <a:defRPr sz="3600">
                <a:solidFill>
                  <a:srgbClr val="005551"/>
                </a:solidFill>
              </a:defRPr>
            </a:lvl1pPr>
          </a:lstStyle>
          <a:p>
            <a:r>
              <a:rPr lang="lv-LV" dirty="0"/>
              <a:t>Click to edit Master title style</a:t>
            </a:r>
            <a:endParaRPr lang="en-US" dirty="0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457199" y="6272742"/>
            <a:ext cx="2472267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rgbClr val="A6A6A6"/>
                </a:solidFill>
                <a:latin typeface="Arial"/>
                <a:cs typeface="Arial"/>
              </a:defRPr>
            </a:lvl1pPr>
          </a:lstStyle>
          <a:p>
            <a:r>
              <a:rPr lang="lv-LV" dirty="0" err="1"/>
              <a:t>Riga</a:t>
            </a:r>
            <a:r>
              <a:rPr lang="lv-LV" dirty="0"/>
              <a:t> </a:t>
            </a:r>
            <a:r>
              <a:rPr lang="lv-LV" dirty="0" err="1"/>
              <a:t>Technical</a:t>
            </a:r>
            <a:r>
              <a:rPr lang="lv-LV" dirty="0"/>
              <a:t> </a:t>
            </a:r>
            <a:r>
              <a:rPr lang="lv-LV" dirty="0" err="1"/>
              <a:t>University</a:t>
            </a:r>
            <a:endParaRPr lang="en-US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5977467" y="62727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A6A6A6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7992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ēli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107905" y="3669502"/>
            <a:ext cx="3109079" cy="200176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lv-LV" dirty="0"/>
              <a:t>Drag picture to placeholder or click icon to add</a:t>
            </a:r>
            <a:endParaRPr lang="en-US" dirty="0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727735" y="1523278"/>
            <a:ext cx="1483435" cy="199503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lv-LV" dirty="0"/>
              <a:t>Drag picture to placeholder or click icon to add</a:t>
            </a:r>
            <a:endParaRPr lang="en-US" dirty="0"/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5108522" y="1523278"/>
            <a:ext cx="1483435" cy="199503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lv-LV" dirty="0"/>
              <a:t>Drag picture to placeholder or click icon to add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57200" y="1182078"/>
            <a:ext cx="3534229" cy="4807487"/>
          </a:xfrm>
        </p:spPr>
        <p:txBody>
          <a:bodyPr/>
          <a:lstStyle>
            <a:lvl1pPr marL="342900" indent="-342900">
              <a:buFont typeface="Wingdings" charset="2"/>
              <a:buChar char="§"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 marL="1143000" indent="-228600">
              <a:buSzPct val="75000"/>
              <a:buFont typeface="Wingdings" charset="2"/>
              <a:buChar char="§"/>
              <a:defRPr sz="1400">
                <a:solidFill>
                  <a:schemeClr val="tx1"/>
                </a:solidFill>
              </a:defRPr>
            </a:lvl3pPr>
            <a:lvl4pPr>
              <a:buSzPct val="75000"/>
              <a:defRPr sz="1400">
                <a:solidFill>
                  <a:schemeClr val="tx1"/>
                </a:solidFill>
              </a:defRPr>
            </a:lvl4pPr>
            <a:lvl5pPr marL="2114550" indent="-285750">
              <a:buSzPct val="50000"/>
              <a:buFont typeface="Wingdings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lv-LV" dirty="0"/>
              <a:t>Click to edit Master text styles</a:t>
            </a:r>
          </a:p>
          <a:p>
            <a:pPr lvl="1"/>
            <a:r>
              <a:rPr lang="lv-LV" dirty="0"/>
              <a:t>Second level</a:t>
            </a:r>
          </a:p>
          <a:p>
            <a:pPr lvl="2"/>
            <a:r>
              <a:rPr lang="lv-LV" dirty="0"/>
              <a:t>Third level</a:t>
            </a:r>
          </a:p>
          <a:p>
            <a:pPr lvl="3"/>
            <a:r>
              <a:rPr lang="lv-LV" dirty="0"/>
              <a:t>Fourth level</a:t>
            </a:r>
          </a:p>
          <a:p>
            <a:pPr lvl="4"/>
            <a:r>
              <a:rPr lang="lv-LV" dirty="0"/>
              <a:t>Fifth level</a:t>
            </a:r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57200" y="156859"/>
            <a:ext cx="8229600" cy="868909"/>
          </a:xfrm>
        </p:spPr>
        <p:txBody>
          <a:bodyPr anchor="t">
            <a:noAutofit/>
          </a:bodyPr>
          <a:lstStyle>
            <a:lvl1pPr algn="l">
              <a:defRPr sz="3600">
                <a:solidFill>
                  <a:srgbClr val="005551"/>
                </a:solidFill>
              </a:defRPr>
            </a:lvl1pPr>
          </a:lstStyle>
          <a:p>
            <a:r>
              <a:rPr lang="lv-LV" dirty="0"/>
              <a:t>Click to edit Master title style</a:t>
            </a:r>
            <a:endParaRPr lang="en-US" dirty="0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457199" y="6272742"/>
            <a:ext cx="2472267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rgbClr val="A6A6A6"/>
                </a:solidFill>
                <a:latin typeface="Arial"/>
                <a:cs typeface="Arial"/>
              </a:defRPr>
            </a:lvl1pPr>
          </a:lstStyle>
          <a:p>
            <a:r>
              <a:rPr lang="lv-LV" dirty="0" err="1"/>
              <a:t>Riga</a:t>
            </a:r>
            <a:r>
              <a:rPr lang="lv-LV" dirty="0"/>
              <a:t> </a:t>
            </a:r>
            <a:r>
              <a:rPr lang="lv-LV" dirty="0" err="1"/>
              <a:t>Technical</a:t>
            </a:r>
            <a:r>
              <a:rPr lang="lv-LV" dirty="0"/>
              <a:t> </a:t>
            </a:r>
            <a:r>
              <a:rPr lang="lv-LV" dirty="0" err="1"/>
              <a:t>University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5977467" y="62727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117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iga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694745" y="1271076"/>
            <a:ext cx="7772400" cy="1470025"/>
          </a:xfrm>
        </p:spPr>
        <p:txBody>
          <a:bodyPr>
            <a:normAutofit/>
          </a:bodyPr>
          <a:lstStyle>
            <a:lvl1pPr algn="ctr">
              <a:defRPr sz="3600" b="1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lv-LV" dirty="0"/>
              <a:t>Click to edit</a:t>
            </a:r>
            <a:br>
              <a:rPr lang="lv-LV" dirty="0"/>
            </a:br>
            <a:r>
              <a:rPr lang="lv-LV" dirty="0"/>
              <a:t>master text syle</a:t>
            </a:r>
            <a:endParaRPr 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80545" y="2883357"/>
            <a:ext cx="6400800" cy="13453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rgbClr val="00555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lv-LV" dirty="0"/>
              <a:t>Click to edit Master subtitle style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2431144" y="2741101"/>
            <a:ext cx="4330095" cy="70921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457199" y="6272742"/>
            <a:ext cx="2472267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rgbClr val="A6A6A6"/>
                </a:solidFill>
                <a:latin typeface="Arial"/>
                <a:cs typeface="Arial"/>
              </a:defRPr>
            </a:lvl1pPr>
          </a:lstStyle>
          <a:p>
            <a:r>
              <a:rPr lang="lv-LV" dirty="0" err="1"/>
              <a:t>Riga</a:t>
            </a:r>
            <a:r>
              <a:rPr lang="lv-LV" dirty="0"/>
              <a:t> </a:t>
            </a:r>
            <a:r>
              <a:rPr lang="lv-LV" dirty="0" err="1"/>
              <a:t>Technical</a:t>
            </a:r>
            <a:r>
              <a:rPr lang="lv-LV" dirty="0"/>
              <a:t> </a:t>
            </a:r>
            <a:r>
              <a:rPr lang="lv-LV" dirty="0" err="1"/>
              <a:t>University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5977467" y="62727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636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dalu_slaid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617787"/>
            <a:ext cx="7772400" cy="1470025"/>
          </a:xfrm>
        </p:spPr>
        <p:txBody>
          <a:bodyPr>
            <a:noAutofit/>
          </a:bodyPr>
          <a:lstStyle>
            <a:lvl1pPr algn="ctr">
              <a:defRPr sz="5500" b="1" i="0">
                <a:solidFill>
                  <a:srgbClr val="005551"/>
                </a:solidFill>
                <a:latin typeface="Arial"/>
                <a:cs typeface="Arial"/>
              </a:defRPr>
            </a:lvl1pPr>
          </a:lstStyle>
          <a:p>
            <a:r>
              <a:rPr lang="lv-LV" dirty="0"/>
              <a:t>Paldies.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595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196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lv-LV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4517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4"/>
            <a:r>
              <a:rPr lang="lv-LV" dirty="0"/>
              <a:t>Click to edit Master text styles</a:t>
            </a:r>
          </a:p>
          <a:p>
            <a:pPr lvl="5"/>
            <a:r>
              <a:rPr lang="lv-LV" dirty="0"/>
              <a:t>Second level</a:t>
            </a:r>
          </a:p>
          <a:p>
            <a:pPr lvl="6"/>
            <a:r>
              <a:rPr lang="lv-LV" dirty="0"/>
              <a:t>Third level</a:t>
            </a:r>
          </a:p>
          <a:p>
            <a:pPr lvl="7"/>
            <a:r>
              <a:rPr lang="lv-LV" dirty="0"/>
              <a:t>Fourth level</a:t>
            </a:r>
          </a:p>
          <a:p>
            <a:pPr lvl="8"/>
            <a:r>
              <a:rPr lang="lv-LV" dirty="0"/>
              <a:t>Fifth level</a:t>
            </a:r>
            <a:endParaRPr lang="en-US" dirty="0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457199" y="6272742"/>
            <a:ext cx="2472267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lv-LV" dirty="0" err="1"/>
              <a:t>Riga</a:t>
            </a:r>
            <a:r>
              <a:rPr lang="lv-LV" dirty="0"/>
              <a:t> </a:t>
            </a:r>
            <a:r>
              <a:rPr lang="lv-LV" dirty="0" err="1"/>
              <a:t>Technical</a:t>
            </a:r>
            <a:r>
              <a:rPr lang="lv-LV" dirty="0"/>
              <a:t> </a:t>
            </a:r>
            <a:r>
              <a:rPr lang="lv-LV" dirty="0" err="1"/>
              <a:t>University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-3414889" y="27940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1373556" y="688622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8204200" y="6272742"/>
            <a:ext cx="482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rgbClr val="10205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EF746A6-E283-484D-A747-262174EE73C9}" type="slidenum">
              <a:rPr lang="en-US" smtClean="0">
                <a:solidFill>
                  <a:srgbClr val="A6A6A6"/>
                </a:solidFill>
              </a:rPr>
              <a:pPr/>
              <a:t>‹#›</a:t>
            </a:fld>
            <a:endParaRPr lang="en-US" dirty="0">
              <a:solidFill>
                <a:srgbClr val="A6A6A6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7467" y="62727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A6A6A6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965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803" r:id="rId2"/>
    <p:sldLayoutId id="2147483842" r:id="rId3"/>
    <p:sldLayoutId id="2147483838" r:id="rId4"/>
    <p:sldLayoutId id="2147483840" r:id="rId5"/>
    <p:sldLayoutId id="2147483806" r:id="rId6"/>
    <p:sldLayoutId id="2147483807" r:id="rId7"/>
    <p:sldLayoutId id="2147483815" r:id="rId8"/>
    <p:sldLayoutId id="2147483839" r:id="rId9"/>
    <p:sldLayoutId id="2147483810" r:id="rId10"/>
    <p:sldLayoutId id="2147483841" r:id="rId11"/>
    <p:sldLayoutId id="2147483817" r:id="rId12"/>
    <p:sldLayoutId id="2147483818" r:id="rId13"/>
    <p:sldLayoutId id="2147483820" r:id="rId14"/>
    <p:sldLayoutId id="2147483821" r:id="rId15"/>
    <p:sldLayoutId id="2147483843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400" b="1" i="0" kern="1200">
          <a:solidFill>
            <a:schemeClr val="accent1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323232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323232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323232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323232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accent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Sandra.Jurika@rtu.lv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silvija.nadeja@rtu.lv" TargetMode="Externa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cs.ryerson.ca/aferworn/courses/CP8101/CLASSES/EffectivePresentations.pdf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-236056" y="5131924"/>
            <a:ext cx="4838219" cy="495300"/>
          </a:xfrm>
        </p:spPr>
        <p:txBody>
          <a:bodyPr/>
          <a:lstStyle/>
          <a:p>
            <a:r>
              <a:rPr lang="en-US" sz="1400" dirty="0"/>
              <a:t>The content created by the staff from </a:t>
            </a:r>
            <a:r>
              <a:rPr lang="en-US" sz="1400" b="1" dirty="0"/>
              <a:t>Department of Artificial Intelligence and System Engineering</a:t>
            </a:r>
            <a:endParaRPr lang="lv-LV" sz="14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-1" y="5780162"/>
            <a:ext cx="3576578" cy="72481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with the financial support of </a:t>
            </a:r>
            <a:r>
              <a:rPr lang="en-US" b="1" dirty="0"/>
              <a:t>International Cooperation and Foreign Students Department</a:t>
            </a:r>
            <a:endParaRPr lang="lv-LV" b="1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US" dirty="0"/>
              <a:t>Thesis submission, </a:t>
            </a:r>
            <a:r>
              <a:rPr lang="en-US" dirty="0" err="1"/>
              <a:t>defence</a:t>
            </a:r>
            <a:r>
              <a:rPr lang="en-US" dirty="0"/>
              <a:t> and evaluation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4192110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D3E22D13-C539-4972-812B-78AB5072E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Thesis submission</a:t>
            </a:r>
          </a:p>
          <a:p>
            <a:r>
              <a:rPr lang="en-US" sz="2800" dirty="0" err="1"/>
              <a:t>Defence</a:t>
            </a:r>
            <a:r>
              <a:rPr lang="en-US" sz="2800" dirty="0"/>
              <a:t> procedure</a:t>
            </a:r>
          </a:p>
          <a:p>
            <a:r>
              <a:rPr lang="en-US" sz="2800"/>
              <a:t>Thesis </a:t>
            </a:r>
            <a:r>
              <a:rPr lang="en-US" sz="2800" dirty="0"/>
              <a:t>evaluation</a:t>
            </a:r>
          </a:p>
          <a:p>
            <a:r>
              <a:rPr lang="en-US" sz="2800" dirty="0"/>
              <a:t>Tips for preparing:</a:t>
            </a:r>
          </a:p>
          <a:p>
            <a:pPr lvl="1"/>
            <a:r>
              <a:rPr lang="en-US" sz="2400" dirty="0"/>
              <a:t>Presentation</a:t>
            </a:r>
          </a:p>
          <a:p>
            <a:pPr lvl="1"/>
            <a:r>
              <a:rPr lang="en-US" sz="2400" dirty="0"/>
              <a:t>Speech</a:t>
            </a:r>
            <a:endParaRPr lang="lv-LV" sz="28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7AD66007-1C8E-46EB-B838-F046EB53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  <a:endParaRPr lang="lv-LV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09525C2-934A-46F4-9177-CB0F3EB86B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lv-LV"/>
              <a:t>Riga Technical 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557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A17EB925-AE7D-4181-BC09-1586CE0DCF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Thesis submission</a:t>
            </a:r>
            <a:endParaRPr lang="lv-LV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E530D79-3F35-473F-9416-B0A5D8E1122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272213"/>
            <a:ext cx="2471738" cy="365125"/>
          </a:xfrm>
        </p:spPr>
        <p:txBody>
          <a:bodyPr/>
          <a:lstStyle/>
          <a:p>
            <a:r>
              <a:rPr lang="lv-LV"/>
              <a:t>Riga Technical 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286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BA1F2A95-6B0A-4F63-B8D4-0EDE366D8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1. Print the thesis and bind in hardcover</a:t>
            </a:r>
            <a:endParaRPr lang="lv-LV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297CB00B-D23A-4A49-8B96-229149B85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Thesis submission steps</a:t>
            </a:r>
            <a:endParaRPr lang="lv-LV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913F0F6-E84E-487E-A134-8F0DCD698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lv-LV"/>
              <a:t>Riga Technical University</a:t>
            </a:r>
            <a:endParaRPr lang="en-US" dirty="0"/>
          </a:p>
        </p:txBody>
      </p:sp>
      <p:pic>
        <p:nvPicPr>
          <p:cNvPr id="6" name="Picture 2" descr="Copy of IMG_4782">
            <a:extLst>
              <a:ext uri="{FF2B5EF4-FFF2-40B4-BE49-F238E27FC236}">
                <a16:creationId xmlns:a16="http://schemas.microsoft.com/office/drawing/2014/main" xmlns="" id="{FBD76893-FE84-461E-8793-C0D1BC655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675" y="1942190"/>
            <a:ext cx="3347789" cy="4757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6216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51918B6F-72D9-45F1-B025-9BFBFCCFE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53931"/>
            <a:ext cx="3562350" cy="27891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2. Sign </a:t>
            </a:r>
            <a:r>
              <a:rPr lang="en-GB" sz="2400" dirty="0"/>
              <a:t>thesis accomplishment and evaluation page and ask the supervisor to sign it</a:t>
            </a:r>
            <a:r>
              <a:rPr lang="en-US" sz="2400" dirty="0"/>
              <a:t> (located immediately after the title page)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0F535DB8-17F2-4B2F-B3D9-FBF78290C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0" kern="1200" dirty="0">
                <a:solidFill>
                  <a:schemeClr val="accent1"/>
                </a:solidFill>
                <a:effectLst/>
                <a:latin typeface="Arial"/>
                <a:ea typeface="+mj-ea"/>
                <a:cs typeface="Arial"/>
              </a:rPr>
              <a:t>Thesis submission steps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497CD17-6386-4FCE-9D72-70408F8123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lv-LV"/>
              <a:t>Riga Technical University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6606FAA-5B99-4B93-9FA6-B0BED0A161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780"/>
          <a:stretch/>
        </p:blipFill>
        <p:spPr>
          <a:xfrm>
            <a:off x="4152588" y="1134649"/>
            <a:ext cx="4867587" cy="5621751"/>
          </a:xfrm>
          <a:prstGeom prst="rect">
            <a:avLst/>
          </a:prstGeom>
          <a:ln w="28575">
            <a:solidFill>
              <a:srgbClr val="B72E91"/>
            </a:solidFill>
          </a:ln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xmlns="" id="{97568338-4856-4B31-8002-93AD034155EB}"/>
              </a:ext>
            </a:extLst>
          </p:cNvPr>
          <p:cNvSpPr/>
          <p:nvPr/>
        </p:nvSpPr>
        <p:spPr>
          <a:xfrm>
            <a:off x="6781800" y="2047875"/>
            <a:ext cx="1571625" cy="533400"/>
          </a:xfrm>
          <a:prstGeom prst="ellipse">
            <a:avLst/>
          </a:prstGeom>
          <a:noFill/>
          <a:ln w="28575">
            <a:solidFill>
              <a:srgbClr val="B72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60ABB32B-08F1-450F-99D2-825D8399AF9B}"/>
              </a:ext>
            </a:extLst>
          </p:cNvPr>
          <p:cNvSpPr/>
          <p:nvPr/>
        </p:nvSpPr>
        <p:spPr>
          <a:xfrm>
            <a:off x="7019925" y="2895600"/>
            <a:ext cx="1571625" cy="533400"/>
          </a:xfrm>
          <a:prstGeom prst="ellipse">
            <a:avLst/>
          </a:prstGeom>
          <a:noFill/>
          <a:ln w="28575">
            <a:solidFill>
              <a:srgbClr val="B72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747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CA334018-09D3-41DE-8E3F-C3088B47E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53931"/>
            <a:ext cx="4371975" cy="2789129"/>
          </a:xfrm>
        </p:spPr>
        <p:txBody>
          <a:bodyPr>
            <a:normAutofit/>
          </a:bodyPr>
          <a:lstStyle/>
          <a:p>
            <a:r>
              <a:rPr lang="en-US" sz="2400" dirty="0"/>
              <a:t>3. Upload the electronic version of the bachelor thesis to the RTU Final Thesis Register in ORTUS:</a:t>
            </a:r>
          </a:p>
          <a:p>
            <a:pPr lvl="1"/>
            <a:r>
              <a:rPr lang="en-US" sz="2000" dirty="0"/>
              <a:t>Go Home-&gt;</a:t>
            </a:r>
            <a:br>
              <a:rPr lang="en-US" sz="2000" dirty="0"/>
            </a:br>
            <a:r>
              <a:rPr lang="en-US" sz="2000" dirty="0"/>
              <a:t>News-&gt;</a:t>
            </a:r>
            <a:br>
              <a:rPr lang="en-US" sz="2000" dirty="0"/>
            </a:br>
            <a:r>
              <a:rPr lang="en-US" sz="2000" dirty="0"/>
              <a:t>Register of graduate papers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69F8A96A-8517-4FFF-AAA2-4BD0488D8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7614"/>
            <a:ext cx="8229600" cy="770685"/>
          </a:xfrm>
        </p:spPr>
        <p:txBody>
          <a:bodyPr/>
          <a:lstStyle/>
          <a:p>
            <a:r>
              <a:rPr lang="en-US" sz="4400" b="1" i="0" kern="1200" dirty="0">
                <a:solidFill>
                  <a:schemeClr val="accent1"/>
                </a:solidFill>
                <a:effectLst/>
                <a:latin typeface="Arial"/>
                <a:ea typeface="+mj-ea"/>
                <a:cs typeface="Arial"/>
              </a:rPr>
              <a:t>Thesis submission steps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84C886E-3FC2-4FFA-8290-60E160095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lv-LV"/>
              <a:t>Riga Technical University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7BFCBC8-BCC3-4722-81BB-E771BE399B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134" r="10000"/>
          <a:stretch/>
        </p:blipFill>
        <p:spPr>
          <a:xfrm>
            <a:off x="4943475" y="1193800"/>
            <a:ext cx="3743325" cy="5300236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xmlns="" id="{E002E6E6-A6AF-437A-85B4-6F62D77654CE}"/>
              </a:ext>
            </a:extLst>
          </p:cNvPr>
          <p:cNvSpPr/>
          <p:nvPr/>
        </p:nvSpPr>
        <p:spPr>
          <a:xfrm>
            <a:off x="4829175" y="1933575"/>
            <a:ext cx="1647825" cy="923925"/>
          </a:xfrm>
          <a:prstGeom prst="ellipse">
            <a:avLst/>
          </a:prstGeom>
          <a:noFill/>
          <a:ln w="28575">
            <a:solidFill>
              <a:srgbClr val="B72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A121022A-EA45-49BD-A616-D1BB89A8F337}"/>
              </a:ext>
            </a:extLst>
          </p:cNvPr>
          <p:cNvSpPr/>
          <p:nvPr/>
        </p:nvSpPr>
        <p:spPr>
          <a:xfrm>
            <a:off x="5224462" y="5153025"/>
            <a:ext cx="2509838" cy="342900"/>
          </a:xfrm>
          <a:prstGeom prst="ellipse">
            <a:avLst/>
          </a:prstGeom>
          <a:noFill/>
          <a:ln w="28575">
            <a:solidFill>
              <a:srgbClr val="B72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096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D870051C-17B3-4330-818D-F1BC74AB5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453931"/>
            <a:ext cx="4933950" cy="27891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4. Upload the thesis and print </a:t>
            </a:r>
            <a:r>
              <a:rPr lang="en-US" sz="2400" b="1" dirty="0"/>
              <a:t>Declaration of the Author of the Graduate Paper</a:t>
            </a:r>
          </a:p>
          <a:p>
            <a:endParaRPr lang="en-US" b="1" dirty="0"/>
          </a:p>
          <a:p>
            <a:r>
              <a:rPr lang="en-US" sz="1800" dirty="0"/>
              <a:t>If there is not announced about opportunity to upload your thesis work- contact </a:t>
            </a:r>
            <a:r>
              <a:rPr lang="lv-LV" sz="1800" dirty="0"/>
              <a:t> </a:t>
            </a:r>
            <a:r>
              <a:rPr lang="lv-LV" sz="1800" b="1" dirty="0" smtClean="0"/>
              <a:t>Sandra Jurika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by phone: 67089108 </a:t>
            </a:r>
            <a:br>
              <a:rPr lang="en-US" sz="1800" dirty="0"/>
            </a:br>
            <a:r>
              <a:rPr lang="en-US" sz="1800" dirty="0"/>
              <a:t>or e-mail </a:t>
            </a:r>
            <a:r>
              <a:rPr lang="lv-LV" sz="1800" dirty="0" smtClean="0">
                <a:hlinkClick r:id="rId2"/>
              </a:rPr>
              <a:t>Sandra.Jurika</a:t>
            </a:r>
            <a:r>
              <a:rPr lang="en-US" sz="1800" dirty="0" smtClean="0">
                <a:hlinkClick r:id="rId2"/>
              </a:rPr>
              <a:t>@rtu.lv</a:t>
            </a:r>
            <a:r>
              <a:rPr lang="en-US" sz="1800" dirty="0"/>
              <a:t/>
            </a:r>
            <a:br>
              <a:rPr lang="en-US" sz="1800" dirty="0"/>
            </a:br>
            <a:endParaRPr lang="en-US" sz="1800" dirty="0"/>
          </a:p>
          <a:p>
            <a:r>
              <a:rPr lang="en-US" sz="1800" dirty="0"/>
              <a:t>There is no opportunity to submit thesis if you have debts in some subjects OR technical fault.</a:t>
            </a:r>
            <a:endParaRPr lang="en-US" sz="1800" b="1" i="0" kern="1200" dirty="0">
              <a:solidFill>
                <a:schemeClr val="accent1"/>
              </a:solidFill>
              <a:effectLst/>
              <a:latin typeface="Arial"/>
              <a:ea typeface="+mn-ea"/>
              <a:cs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583C26B7-30AB-451B-AFCE-111FE919E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0" kern="1200" dirty="0">
                <a:solidFill>
                  <a:schemeClr val="accent1"/>
                </a:solidFill>
                <a:effectLst/>
                <a:latin typeface="Arial"/>
                <a:ea typeface="+mj-ea"/>
                <a:cs typeface="Arial"/>
              </a:rPr>
              <a:t>Thesis submission steps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892D41A-CC07-4A91-8043-F01D7192AB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lv-LV"/>
              <a:t>Riga Technical 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92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D870051C-17B3-4330-818D-F1BC74AB5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53931"/>
            <a:ext cx="4781550" cy="2789129"/>
          </a:xfrm>
        </p:spPr>
        <p:txBody>
          <a:bodyPr/>
          <a:lstStyle/>
          <a:p>
            <a:r>
              <a:rPr lang="en-US" sz="2000" i="0" kern="1200" dirty="0">
                <a:solidFill>
                  <a:schemeClr val="accent1"/>
                </a:solidFill>
                <a:effectLst/>
                <a:latin typeface="Arial"/>
                <a:ea typeface="+mn-ea"/>
                <a:cs typeface="Arial"/>
              </a:rPr>
              <a:t>Download “Reviewer’s review” and “Supervisor’s review” and fill-in the student’s part</a:t>
            </a:r>
          </a:p>
          <a:p>
            <a:endParaRPr lang="en-US" dirty="0"/>
          </a:p>
          <a:p>
            <a:r>
              <a:rPr lang="en-US" sz="2000" i="0" kern="1200" dirty="0">
                <a:solidFill>
                  <a:schemeClr val="accent1"/>
                </a:solidFill>
                <a:effectLst/>
                <a:latin typeface="Arial"/>
                <a:ea typeface="+mn-ea"/>
                <a:cs typeface="Arial"/>
              </a:rPr>
              <a:t>Print them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583C26B7-30AB-451B-AFCE-111FE919E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0" kern="1200" dirty="0">
                <a:solidFill>
                  <a:schemeClr val="accent1"/>
                </a:solidFill>
                <a:effectLst/>
                <a:latin typeface="Arial"/>
                <a:ea typeface="+mj-ea"/>
                <a:cs typeface="Arial"/>
              </a:rPr>
              <a:t>Thesis submission steps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892D41A-CC07-4A91-8043-F01D7192AB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lv-LV"/>
              <a:t>Riga Technical University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E58D5B8-43E8-45F1-B430-6ACC2319A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830" y="2305050"/>
            <a:ext cx="4844494" cy="4462462"/>
          </a:xfrm>
          <a:prstGeom prst="rect">
            <a:avLst/>
          </a:prstGeom>
          <a:ln w="28575">
            <a:solidFill>
              <a:srgbClr val="B72E91"/>
            </a:solidFill>
          </a:ln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xmlns="" id="{DA86F59C-2B3F-48D0-B99D-2D7F3B061906}"/>
              </a:ext>
            </a:extLst>
          </p:cNvPr>
          <p:cNvSpPr/>
          <p:nvPr/>
        </p:nvSpPr>
        <p:spPr>
          <a:xfrm>
            <a:off x="4324350" y="3429001"/>
            <a:ext cx="4690030" cy="1866900"/>
          </a:xfrm>
          <a:prstGeom prst="ellipse">
            <a:avLst/>
          </a:prstGeom>
          <a:noFill/>
          <a:ln w="28575">
            <a:solidFill>
              <a:srgbClr val="B72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474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D870051C-17B3-4330-818D-F1BC74AB5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i="0" kern="1200" dirty="0">
                <a:solidFill>
                  <a:schemeClr val="accent1"/>
                </a:solidFill>
                <a:effectLst/>
                <a:latin typeface="Arial"/>
                <a:ea typeface="+mn-ea"/>
                <a:cs typeface="Arial"/>
              </a:rPr>
              <a:t>Submit </a:t>
            </a:r>
          </a:p>
          <a:p>
            <a:pPr lvl="1"/>
            <a:r>
              <a:rPr lang="en-US" sz="2000" i="0" kern="1200" dirty="0">
                <a:solidFill>
                  <a:schemeClr val="accent1"/>
                </a:solidFill>
                <a:effectLst/>
                <a:latin typeface="Arial"/>
                <a:ea typeface="+mn-ea"/>
                <a:cs typeface="Arial"/>
              </a:rPr>
              <a:t>a bound and signed bachelor thesis, </a:t>
            </a:r>
          </a:p>
          <a:p>
            <a:pPr lvl="1"/>
            <a:r>
              <a:rPr lang="en-US" sz="2000" dirty="0"/>
              <a:t>signed Declaration of the Author of the Graduate Paper</a:t>
            </a:r>
          </a:p>
          <a:p>
            <a:pPr lvl="1"/>
            <a:r>
              <a:rPr lang="en-US" sz="2000" dirty="0"/>
              <a:t>review forms</a:t>
            </a:r>
          </a:p>
          <a:p>
            <a:pPr lvl="1"/>
            <a:endParaRPr lang="en-US" sz="2000" i="0" kern="1200" dirty="0">
              <a:solidFill>
                <a:schemeClr val="accent1"/>
              </a:solidFill>
              <a:effectLst/>
              <a:latin typeface="Arial"/>
              <a:ea typeface="+mn-ea"/>
              <a:cs typeface="Arial"/>
            </a:endParaRPr>
          </a:p>
          <a:p>
            <a:r>
              <a:rPr lang="en-US" sz="2400" i="0" kern="1200" dirty="0">
                <a:solidFill>
                  <a:schemeClr val="accent1"/>
                </a:solidFill>
                <a:effectLst/>
                <a:latin typeface="Arial"/>
                <a:ea typeface="+mn-ea"/>
                <a:cs typeface="Arial"/>
              </a:rPr>
              <a:t>to Silvija </a:t>
            </a:r>
            <a:r>
              <a:rPr lang="en-US" sz="2400" i="0" kern="1200" dirty="0" err="1">
                <a:solidFill>
                  <a:schemeClr val="accent1"/>
                </a:solidFill>
                <a:effectLst/>
                <a:latin typeface="Arial"/>
                <a:ea typeface="+mn-ea"/>
                <a:cs typeface="Arial"/>
              </a:rPr>
              <a:t>Nadeja</a:t>
            </a:r>
            <a:r>
              <a:rPr lang="en-US" sz="2400" i="0" kern="1200" dirty="0">
                <a:solidFill>
                  <a:schemeClr val="accent1"/>
                </a:solidFill>
                <a:effectLst/>
                <a:latin typeface="Arial"/>
                <a:ea typeface="+mn-ea"/>
                <a:cs typeface="Arial"/>
              </a:rPr>
              <a:t> </a:t>
            </a:r>
            <a:r>
              <a:rPr lang="en-US" sz="2400" i="0" kern="1200" dirty="0" smtClean="0">
                <a:solidFill>
                  <a:schemeClr val="accent1"/>
                </a:solidFill>
                <a:effectLst/>
                <a:latin typeface="Arial"/>
                <a:ea typeface="+mn-ea"/>
                <a:cs typeface="Arial"/>
              </a:rPr>
              <a:t>(</a:t>
            </a:r>
            <a:r>
              <a:rPr lang="lv-LV" sz="2400" i="0" kern="1200" dirty="0" smtClean="0">
                <a:solidFill>
                  <a:schemeClr val="accent1"/>
                </a:solidFill>
                <a:effectLst/>
                <a:latin typeface="Arial"/>
                <a:ea typeface="+mn-ea"/>
                <a:cs typeface="Arial"/>
              </a:rPr>
              <a:t>email to </a:t>
            </a:r>
            <a:r>
              <a:rPr lang="lv-LV" sz="2400" i="0" kern="1200" dirty="0" smtClean="0">
                <a:solidFill>
                  <a:schemeClr val="accent1"/>
                </a:solidFill>
                <a:effectLst/>
                <a:latin typeface="Arial"/>
                <a:ea typeface="+mn-ea"/>
                <a:cs typeface="Arial"/>
                <a:hlinkClick r:id="rId2"/>
              </a:rPr>
              <a:t>silvija.nadeja@rtu.lv</a:t>
            </a:r>
            <a:r>
              <a:rPr lang="lv-LV" sz="2400" i="0" kern="1200" dirty="0" smtClean="0">
                <a:solidFill>
                  <a:schemeClr val="accent1"/>
                </a:solidFill>
                <a:effectLst/>
                <a:latin typeface="Arial"/>
                <a:ea typeface="+mn-ea"/>
                <a:cs typeface="Arial"/>
              </a:rPr>
              <a:t> before submitting hard copy</a:t>
            </a:r>
            <a:r>
              <a:rPr lang="en-US" sz="2400" i="0" kern="1200" dirty="0" smtClean="0">
                <a:solidFill>
                  <a:schemeClr val="accent1"/>
                </a:solidFill>
                <a:effectLst/>
                <a:latin typeface="Arial"/>
                <a:ea typeface="+mn-ea"/>
                <a:cs typeface="Arial"/>
              </a:rPr>
              <a:t>)</a:t>
            </a:r>
            <a:endParaRPr lang="en-US" sz="2400" i="0" kern="1200" dirty="0">
              <a:solidFill>
                <a:schemeClr val="accent1"/>
              </a:solidFill>
              <a:effectLst/>
              <a:latin typeface="Arial"/>
              <a:ea typeface="+mn-ea"/>
              <a:cs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583C26B7-30AB-451B-AFCE-111FE919E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0" kern="1200" dirty="0">
                <a:solidFill>
                  <a:schemeClr val="accent1"/>
                </a:solidFill>
                <a:effectLst/>
                <a:latin typeface="Arial"/>
                <a:ea typeface="+mj-ea"/>
                <a:cs typeface="Arial"/>
              </a:rPr>
              <a:t>Thesis submission steps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892D41A-CC07-4A91-8043-F01D7192AB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lv-LV"/>
              <a:t>Riga Technical 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70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7916F0BB-3DD7-439C-9E94-882702C28E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Defence</a:t>
            </a:r>
            <a:r>
              <a:rPr lang="en-US" dirty="0"/>
              <a:t> procedure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4FD59A7-1100-41B6-945F-961B6CD2855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272213"/>
            <a:ext cx="2471738" cy="365125"/>
          </a:xfrm>
        </p:spPr>
        <p:txBody>
          <a:bodyPr/>
          <a:lstStyle/>
          <a:p>
            <a:r>
              <a:rPr lang="lv-LV"/>
              <a:t>Riga Technical 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631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05691BAF-B6E4-42B9-9291-574587D0A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Defence</a:t>
            </a:r>
            <a:r>
              <a:rPr lang="en-US" dirty="0"/>
              <a:t> procedure 1/2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6103CD1-3989-46D9-9EC5-C67E35EF35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lv-LV"/>
              <a:t>Riga Technical University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A87B7ED0-A31A-4EBE-96EC-8EDF062062E4}"/>
              </a:ext>
            </a:extLst>
          </p:cNvPr>
          <p:cNvSpPr/>
          <p:nvPr/>
        </p:nvSpPr>
        <p:spPr>
          <a:xfrm>
            <a:off x="348566" y="1623768"/>
            <a:ext cx="4156759" cy="64476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Student's presentation (presentation and speech) - </a:t>
            </a:r>
            <a:r>
              <a:rPr lang="en-US" b="1" dirty="0" smtClean="0">
                <a:solidFill>
                  <a:schemeClr val="tx1"/>
                </a:solidFill>
              </a:rPr>
              <a:t>1</a:t>
            </a:r>
            <a:r>
              <a:rPr lang="lv-LV" b="1" dirty="0" smtClean="0">
                <a:solidFill>
                  <a:schemeClr val="tx1"/>
                </a:solidFill>
              </a:rPr>
              <a:t>0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min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C5903E66-18AD-4FF0-AA45-3A1A93861C53}"/>
              </a:ext>
            </a:extLst>
          </p:cNvPr>
          <p:cNvSpPr/>
          <p:nvPr/>
        </p:nvSpPr>
        <p:spPr>
          <a:xfrm>
            <a:off x="348566" y="2466975"/>
            <a:ext cx="4156759" cy="1107833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Questions to the student asked by the members of the commission and others present, and the student's answers to them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xmlns="" id="{15FD1EE7-738A-418B-9EDE-7CFE9FA1BAA0}"/>
              </a:ext>
            </a:extLst>
          </p:cNvPr>
          <p:cNvSpPr/>
          <p:nvPr/>
        </p:nvSpPr>
        <p:spPr>
          <a:xfrm>
            <a:off x="348564" y="3812933"/>
            <a:ext cx="4156759" cy="64476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Reading a reviewer’s review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xmlns="" id="{075CA2F4-973D-4408-B7C0-A2E029253F1B}"/>
              </a:ext>
            </a:extLst>
          </p:cNvPr>
          <p:cNvSpPr/>
          <p:nvPr/>
        </p:nvSpPr>
        <p:spPr>
          <a:xfrm>
            <a:off x="348566" y="4695824"/>
            <a:ext cx="4156759" cy="49670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Reading a supervisor’s review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xmlns="" id="{D878A9CF-8E4C-43B5-B2AD-FFE9D6CCAB6F}"/>
              </a:ext>
            </a:extLst>
          </p:cNvPr>
          <p:cNvSpPr/>
          <p:nvPr/>
        </p:nvSpPr>
        <p:spPr>
          <a:xfrm>
            <a:off x="348565" y="5429535"/>
            <a:ext cx="4156759" cy="64476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Student's answers to the supervisor's and reviewer's remarks and final word</a:t>
            </a:r>
          </a:p>
        </p:txBody>
      </p:sp>
      <p:sp>
        <p:nvSpPr>
          <p:cNvPr id="14" name="Загнутый угол 13">
            <a:extLst>
              <a:ext uri="{FF2B5EF4-FFF2-40B4-BE49-F238E27FC236}">
                <a16:creationId xmlns:a16="http://schemas.microsoft.com/office/drawing/2014/main" xmlns="" id="{9BE5D945-43F7-4B18-8F24-BBDDD9D81079}"/>
              </a:ext>
            </a:extLst>
          </p:cNvPr>
          <p:cNvSpPr/>
          <p:nvPr/>
        </p:nvSpPr>
        <p:spPr>
          <a:xfrm>
            <a:off x="5258432" y="2466975"/>
            <a:ext cx="3490031" cy="3078901"/>
          </a:xfrm>
          <a:prstGeom prst="foldedCorner">
            <a:avLst>
              <a:gd name="adj" fmla="val 14177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student may disagree with the remarks, but then he/she must prove his/her opinion with constructive and thesis-based arguments.</a:t>
            </a:r>
            <a:endParaRPr lang="lv-LV" sz="240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8CCBBCFE-49D4-4D79-800E-A821372574DC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2426946" y="2268534"/>
            <a:ext cx="0" cy="19844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CC5FA711-C462-42A4-B461-FCA5D99BBA00}"/>
              </a:ext>
            </a:extLst>
          </p:cNvPr>
          <p:cNvCxnSpPr>
            <a:stCxn id="7" idx="2"/>
            <a:endCxn id="8" idx="0"/>
          </p:cNvCxnSpPr>
          <p:nvPr/>
        </p:nvCxnSpPr>
        <p:spPr>
          <a:xfrm flipH="1">
            <a:off x="2426944" y="3574808"/>
            <a:ext cx="2" cy="2381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5968861E-E5C3-4C04-AA0B-2ABE0AD6A74F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2426944" y="4457699"/>
            <a:ext cx="2" cy="2381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70F4102E-C845-458C-A9E2-67BA16C98022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flipH="1">
            <a:off x="2426945" y="5192533"/>
            <a:ext cx="1" cy="2370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FFE7F664-AF9F-44DD-9CEC-3AB5D4EDAC41}"/>
              </a:ext>
            </a:extLst>
          </p:cNvPr>
          <p:cNvCxnSpPr>
            <a:stCxn id="14" idx="1"/>
            <a:endCxn id="10" idx="3"/>
          </p:cNvCxnSpPr>
          <p:nvPr/>
        </p:nvCxnSpPr>
        <p:spPr>
          <a:xfrm flipH="1">
            <a:off x="4505324" y="4006426"/>
            <a:ext cx="753108" cy="1745492"/>
          </a:xfrm>
          <a:prstGeom prst="straightConnector1">
            <a:avLst/>
          </a:prstGeom>
          <a:ln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208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A97A9EAB-D856-445A-AE3E-CF65FCB40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student can (if there is the need and time):</a:t>
            </a:r>
          </a:p>
          <a:p>
            <a:endParaRPr lang="en-US" sz="2800" dirty="0"/>
          </a:p>
          <a:p>
            <a:pPr lvl="1"/>
            <a:r>
              <a:rPr lang="en-US" sz="2400" dirty="0"/>
              <a:t>Prepare handouts for the commission</a:t>
            </a:r>
          </a:p>
          <a:p>
            <a:pPr lvl="1"/>
            <a:r>
              <a:rPr lang="en-US" sz="2400" dirty="0"/>
              <a:t>Demonstrate his/her solution</a:t>
            </a:r>
          </a:p>
          <a:p>
            <a:pPr lvl="2"/>
            <a:r>
              <a:rPr lang="en-US" sz="1800" dirty="0"/>
              <a:t>if the demonstration requires specific technologies, then the student must install and test them at least 3 days before the defense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62FB7F77-EEDE-432B-9F66-6D76F3DAA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Defence</a:t>
            </a:r>
            <a:r>
              <a:rPr lang="en-US" dirty="0"/>
              <a:t> procedure 2/2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462FB9D-CCA6-489C-9AEC-84A264473D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lv-LV"/>
              <a:t>Riga Technical 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52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1913E629-4CE0-42F9-8283-4EC085A0F1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Bachelor thesis evaluation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2BE8895-5DD0-494B-AF0B-E0B0B4F174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272213"/>
            <a:ext cx="2471738" cy="365125"/>
          </a:xfrm>
        </p:spPr>
        <p:txBody>
          <a:bodyPr/>
          <a:lstStyle/>
          <a:p>
            <a:r>
              <a:rPr lang="lv-LV"/>
              <a:t>Riga Technical 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542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26F1BEF3-0BC7-4F0D-9016-A1669EB10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15881"/>
            <a:ext cx="8229600" cy="2789129"/>
          </a:xfrm>
        </p:spPr>
        <p:txBody>
          <a:bodyPr>
            <a:noAutofit/>
          </a:bodyPr>
          <a:lstStyle/>
          <a:p>
            <a:r>
              <a:rPr lang="en-US" sz="2400" dirty="0"/>
              <a:t>Grade given by the reviewer</a:t>
            </a:r>
          </a:p>
          <a:p>
            <a:r>
              <a:rPr lang="en-US" sz="2400" dirty="0"/>
              <a:t>Grade given by the supervisor</a:t>
            </a:r>
          </a:p>
          <a:p>
            <a:r>
              <a:rPr lang="en-US" sz="2400" b="1" dirty="0"/>
              <a:t>Student's skills to present and defend their work</a:t>
            </a:r>
          </a:p>
          <a:p>
            <a:r>
              <a:rPr lang="en-US" sz="2400" dirty="0"/>
              <a:t>Answers to the questions from the defense commission and others after the presentation of the thesis</a:t>
            </a:r>
          </a:p>
          <a:p>
            <a:r>
              <a:rPr lang="en-US" sz="2400" dirty="0"/>
              <a:t>Quality of the content, formatting, used information sources and language of the bachelor thesis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AB963672-86A7-4CBF-8033-2BDDF783A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84337"/>
            <a:ext cx="8229600" cy="770685"/>
          </a:xfrm>
        </p:spPr>
        <p:txBody>
          <a:bodyPr/>
          <a:lstStyle/>
          <a:p>
            <a:r>
              <a:rPr lang="en-US" dirty="0"/>
              <a:t>When evaluating a bachelor thesis, it is taken into account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2C202DB-30DE-4FFE-96FD-1CAA355FB8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lv-LV"/>
              <a:t>Riga Technical 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704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18EFCED3-8E15-4563-994A-03B54AE07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Quality and content of the presentation</a:t>
            </a:r>
          </a:p>
          <a:p>
            <a:r>
              <a:rPr lang="en-US" sz="2400" dirty="0"/>
              <a:t>Content of the student's speech</a:t>
            </a:r>
          </a:p>
          <a:p>
            <a:r>
              <a:rPr lang="en-US" sz="2400" dirty="0"/>
              <a:t>Inclusion in the time allotted for defense</a:t>
            </a:r>
          </a:p>
          <a:p>
            <a:r>
              <a:rPr lang="en-US" sz="2400" dirty="0"/>
              <a:t>Whether the evidence to prove that the tasks defined in the thesis have been fulfilled and the set goal has been achieved was shown during the presentation?</a:t>
            </a:r>
          </a:p>
          <a:p>
            <a:r>
              <a:rPr lang="en-US" sz="2400" dirty="0"/>
              <a:t>Were the results achieved by the student clearly reflected during the presentation?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F10D3FE1-F635-4BF4-B6FE-B264CD6B9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65287"/>
            <a:ext cx="9039224" cy="770685"/>
          </a:xfrm>
        </p:spPr>
        <p:txBody>
          <a:bodyPr/>
          <a:lstStyle/>
          <a:p>
            <a:r>
              <a:rPr lang="en-US" sz="4000" dirty="0"/>
              <a:t>When evaluating presentation skills, the following is taken into account: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C06B9C8-ECFC-4B0A-9B69-D3C68B492A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lv-LV"/>
              <a:t>Riga Technical 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220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B4DB49F7-6B21-4C92-9DCD-5D19F20F14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Structure of the thesis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B06CE30-03D6-49A1-B891-A9A3FC27C52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272213"/>
            <a:ext cx="2471738" cy="365125"/>
          </a:xfrm>
        </p:spPr>
        <p:txBody>
          <a:bodyPr/>
          <a:lstStyle/>
          <a:p>
            <a:r>
              <a:rPr lang="lv-LV"/>
              <a:t>Riga Technical 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271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41E85271-BCA6-4A44-B16C-A0C212D3C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Preparing for the </a:t>
            </a:r>
            <a:r>
              <a:rPr lang="en-US" dirty="0" err="1"/>
              <a:t>defence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13171AC-5BB0-4C4B-9017-93D4A75E48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lv-LV"/>
              <a:t>Riga Technical University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9CF0F641-4877-4CAF-B1D1-D85A4E8B35C7}"/>
              </a:ext>
            </a:extLst>
          </p:cNvPr>
          <p:cNvSpPr/>
          <p:nvPr/>
        </p:nvSpPr>
        <p:spPr>
          <a:xfrm>
            <a:off x="2268621" y="1387231"/>
            <a:ext cx="5440279" cy="72902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Prepare</a:t>
            </a:r>
            <a:r>
              <a:rPr lang="en-US" sz="1400" dirty="0"/>
              <a:t> </a:t>
            </a:r>
            <a:r>
              <a:rPr lang="en-US" sz="2000" dirty="0">
                <a:solidFill>
                  <a:schemeClr val="tx1"/>
                </a:solidFill>
              </a:rPr>
              <a:t>a presentation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xmlns="" id="{E032DAF1-A504-4088-B2A9-239BFBAE8BB5}"/>
              </a:ext>
            </a:extLst>
          </p:cNvPr>
          <p:cNvSpPr/>
          <p:nvPr/>
        </p:nvSpPr>
        <p:spPr>
          <a:xfrm>
            <a:off x="2268617" y="2467877"/>
            <a:ext cx="5440279" cy="618013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Give a presentation to the supervisor to receive comments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xmlns="" id="{20A38983-1E4B-4E5F-9276-B139A2FF5992}"/>
              </a:ext>
            </a:extLst>
          </p:cNvPr>
          <p:cNvSpPr/>
          <p:nvPr/>
        </p:nvSpPr>
        <p:spPr>
          <a:xfrm>
            <a:off x="2268621" y="3476315"/>
            <a:ext cx="5440279" cy="76052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Improve your presentation with the comments you received and write a speech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xmlns="" id="{15DB4193-795C-439C-86E0-248F1D6BC44C}"/>
              </a:ext>
            </a:extLst>
          </p:cNvPr>
          <p:cNvSpPr/>
          <p:nvPr/>
        </p:nvSpPr>
        <p:spPr>
          <a:xfrm>
            <a:off x="2268621" y="4556960"/>
            <a:ext cx="5440279" cy="618013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Practice in front of a mirror or listener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xmlns="" id="{BFAEE592-4D9F-4933-AA7D-2D68F0887D04}"/>
              </a:ext>
            </a:extLst>
          </p:cNvPr>
          <p:cNvSpPr/>
          <p:nvPr/>
        </p:nvSpPr>
        <p:spPr>
          <a:xfrm>
            <a:off x="2268615" y="5502057"/>
            <a:ext cx="5440279" cy="77068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Talk to the supervisor to test the speech and presentation a few days before the defense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33BDEB46-F226-4417-8402-6705DEE661E5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4988757" y="2116257"/>
            <a:ext cx="4" cy="3516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A68C186F-8D0F-49BC-9202-2C11348D8DA2}"/>
              </a:ext>
            </a:extLst>
          </p:cNvPr>
          <p:cNvCxnSpPr>
            <a:stCxn id="8" idx="2"/>
            <a:endCxn id="10" idx="0"/>
          </p:cNvCxnSpPr>
          <p:nvPr/>
        </p:nvCxnSpPr>
        <p:spPr>
          <a:xfrm>
            <a:off x="4988757" y="3085890"/>
            <a:ext cx="4" cy="3904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67E35DE1-D692-4BC8-A38F-546370C2A184}"/>
              </a:ext>
            </a:extLst>
          </p:cNvPr>
          <p:cNvCxnSpPr>
            <a:stCxn id="10" idx="2"/>
            <a:endCxn id="12" idx="0"/>
          </p:cNvCxnSpPr>
          <p:nvPr/>
        </p:nvCxnSpPr>
        <p:spPr>
          <a:xfrm>
            <a:off x="4988761" y="4236843"/>
            <a:ext cx="0" cy="3201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C050488B-E84C-4469-AEE5-0E4A28A92BB7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flipH="1">
            <a:off x="4988755" y="5174973"/>
            <a:ext cx="6" cy="3270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417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9763C906-0295-408A-A6C0-37C39A7C5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3964"/>
            <a:ext cx="8591550" cy="770685"/>
          </a:xfrm>
        </p:spPr>
        <p:txBody>
          <a:bodyPr/>
          <a:lstStyle/>
          <a:p>
            <a:r>
              <a:rPr lang="en-US" dirty="0"/>
              <a:t>Structure of the thesis presentation 1/2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B7E7397F-953C-4F68-83C6-D56BA6C2A616}"/>
              </a:ext>
            </a:extLst>
          </p:cNvPr>
          <p:cNvSpPr/>
          <p:nvPr/>
        </p:nvSpPr>
        <p:spPr>
          <a:xfrm>
            <a:off x="312821" y="2180870"/>
            <a:ext cx="4259179" cy="115392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Introduces the commission and others to him/herself, the topic of the bachelor thesis and the supervisor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xmlns="" id="{039A5E92-42B9-4D42-BD65-9C8C8F981FB6}"/>
              </a:ext>
            </a:extLst>
          </p:cNvPr>
          <p:cNvSpPr/>
          <p:nvPr/>
        </p:nvSpPr>
        <p:spPr>
          <a:xfrm>
            <a:off x="312821" y="3610330"/>
            <a:ext cx="4259179" cy="77068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tx1"/>
                </a:solidFill>
              </a:rPr>
              <a:t>Inform about the content of the presentation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xmlns="" id="{F0308DDA-6246-42CC-B53D-F8C4A5DCCDC5}"/>
              </a:ext>
            </a:extLst>
          </p:cNvPr>
          <p:cNvSpPr/>
          <p:nvPr/>
        </p:nvSpPr>
        <p:spPr>
          <a:xfrm>
            <a:off x="312817" y="4669131"/>
            <a:ext cx="4259179" cy="948407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tx1"/>
                </a:solidFill>
              </a:rPr>
              <a:t>Emphasizes the topicality of the bachelor thesis topic and the essence of the researched problem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xmlns="" id="{E642D5E7-7CEC-4C64-A753-6F31AC414889}"/>
              </a:ext>
            </a:extLst>
          </p:cNvPr>
          <p:cNvSpPr/>
          <p:nvPr/>
        </p:nvSpPr>
        <p:spPr>
          <a:xfrm>
            <a:off x="5095877" y="2373729"/>
            <a:ext cx="3886200" cy="77068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Title slide: 1 slide, </a:t>
            </a:r>
            <a:r>
              <a:rPr lang="en-US" sz="2000" i="1" dirty="0">
                <a:solidFill>
                  <a:schemeClr val="tx1"/>
                </a:solidFill>
              </a:rPr>
              <a:t>mandatory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xmlns="" id="{7575F67F-D2F9-4443-8D43-63B17182CEE5}"/>
              </a:ext>
            </a:extLst>
          </p:cNvPr>
          <p:cNvSpPr/>
          <p:nvPr/>
        </p:nvSpPr>
        <p:spPr>
          <a:xfrm>
            <a:off x="5095877" y="3597749"/>
            <a:ext cx="3886200" cy="77068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Content slide: 1 slide, </a:t>
            </a:r>
            <a:r>
              <a:rPr lang="en-US" sz="2000" i="1" dirty="0">
                <a:solidFill>
                  <a:schemeClr val="tx1"/>
                </a:solidFill>
              </a:rPr>
              <a:t>optional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276F04D5-B691-480E-86BB-28E8F964516D}"/>
              </a:ext>
            </a:extLst>
          </p:cNvPr>
          <p:cNvSpPr/>
          <p:nvPr/>
        </p:nvSpPr>
        <p:spPr>
          <a:xfrm>
            <a:off x="5095875" y="5918670"/>
            <a:ext cx="3886200" cy="77068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Thesis aim and tasks slide: 1-2 slides, </a:t>
            </a:r>
            <a:r>
              <a:rPr lang="en-US" sz="2000" i="1" dirty="0">
                <a:solidFill>
                  <a:schemeClr val="tx1"/>
                </a:solidFill>
              </a:rPr>
              <a:t>mandatory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xmlns="" id="{0A7FEDFB-918F-4F21-8F2E-D04BC844CFAC}"/>
              </a:ext>
            </a:extLst>
          </p:cNvPr>
          <p:cNvSpPr/>
          <p:nvPr/>
        </p:nvSpPr>
        <p:spPr>
          <a:xfrm>
            <a:off x="5095873" y="4770850"/>
            <a:ext cx="3886200" cy="77068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Thesis topicality slide: 1-2 slides, mandatory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3939DA56-6133-45D6-80E9-91F3201950E7}"/>
              </a:ext>
            </a:extLst>
          </p:cNvPr>
          <p:cNvSpPr txBox="1"/>
          <p:nvPr/>
        </p:nvSpPr>
        <p:spPr>
          <a:xfrm>
            <a:off x="1676402" y="1834747"/>
            <a:ext cx="13548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ACTIVITY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C49D770-CAB7-4C63-9E5A-B0C3003AA32F}"/>
              </a:ext>
            </a:extLst>
          </p:cNvPr>
          <p:cNvSpPr txBox="1"/>
          <p:nvPr/>
        </p:nvSpPr>
        <p:spPr>
          <a:xfrm>
            <a:off x="5469763" y="1837328"/>
            <a:ext cx="3472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PRESENTATION CONTENT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E53B7FCD-F32F-4055-B30F-34DAAA63E2DF}"/>
              </a:ext>
            </a:extLst>
          </p:cNvPr>
          <p:cNvCxnSpPr>
            <a:cxnSpLocks/>
            <a:stCxn id="10" idx="3"/>
            <a:endCxn id="16" idx="1"/>
          </p:cNvCxnSpPr>
          <p:nvPr/>
        </p:nvCxnSpPr>
        <p:spPr>
          <a:xfrm flipV="1">
            <a:off x="4572000" y="3983092"/>
            <a:ext cx="523877" cy="12581"/>
          </a:xfrm>
          <a:prstGeom prst="line">
            <a:avLst/>
          </a:prstGeom>
          <a:ln w="28575">
            <a:prstDash val="sysDash"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B13A4AE6-7CD9-4B03-8FFA-618D702F8114}"/>
              </a:ext>
            </a:extLst>
          </p:cNvPr>
          <p:cNvCxnSpPr>
            <a:cxnSpLocks/>
            <a:stCxn id="14" idx="3"/>
            <a:endCxn id="18" idx="1"/>
          </p:cNvCxnSpPr>
          <p:nvPr/>
        </p:nvCxnSpPr>
        <p:spPr>
          <a:xfrm>
            <a:off x="4571996" y="5143335"/>
            <a:ext cx="523877" cy="12858"/>
          </a:xfrm>
          <a:prstGeom prst="line">
            <a:avLst/>
          </a:prstGeom>
          <a:ln w="28575">
            <a:prstDash val="sysDash"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FC05F79-6334-4ED5-8E81-41884CD908AC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4572000" y="6278415"/>
            <a:ext cx="523872" cy="0"/>
          </a:xfrm>
          <a:prstGeom prst="line">
            <a:avLst/>
          </a:prstGeom>
          <a:ln w="28575">
            <a:prstDash val="sysDash"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494ECDDF-945F-4DD3-96E6-B129042EC6F5}"/>
              </a:ext>
            </a:extLst>
          </p:cNvPr>
          <p:cNvCxnSpPr>
            <a:cxnSpLocks/>
            <a:stCxn id="6" idx="3"/>
            <a:endCxn id="15" idx="1"/>
          </p:cNvCxnSpPr>
          <p:nvPr/>
        </p:nvCxnSpPr>
        <p:spPr>
          <a:xfrm>
            <a:off x="4572000" y="2757833"/>
            <a:ext cx="523877" cy="1239"/>
          </a:xfrm>
          <a:prstGeom prst="line">
            <a:avLst/>
          </a:prstGeom>
          <a:ln w="28575">
            <a:prstDash val="sysDash"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xmlns="" id="{AA3E5820-26CB-4FDD-B8CA-F6D920BCC4BC}"/>
              </a:ext>
            </a:extLst>
          </p:cNvPr>
          <p:cNvSpPr/>
          <p:nvPr/>
        </p:nvSpPr>
        <p:spPr>
          <a:xfrm>
            <a:off x="312821" y="5893072"/>
            <a:ext cx="4259179" cy="77068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Defines the aim and tasks of the bachelor thesis</a:t>
            </a:r>
          </a:p>
        </p:txBody>
      </p:sp>
    </p:spTree>
    <p:extLst>
      <p:ext uri="{BB962C8B-B14F-4D97-AF65-F5344CB8AC3E}">
        <p14:creationId xmlns:p14="http://schemas.microsoft.com/office/powerpoint/2010/main" val="906172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9763C906-0295-408A-A6C0-37C39A7C5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3964"/>
            <a:ext cx="8591550" cy="770685"/>
          </a:xfrm>
        </p:spPr>
        <p:txBody>
          <a:bodyPr/>
          <a:lstStyle/>
          <a:p>
            <a:r>
              <a:rPr lang="en-US" dirty="0"/>
              <a:t>Structure of the thesis presentation 2/2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B7E7397F-953C-4F68-83C6-D56BA6C2A616}"/>
              </a:ext>
            </a:extLst>
          </p:cNvPr>
          <p:cNvSpPr/>
          <p:nvPr/>
        </p:nvSpPr>
        <p:spPr>
          <a:xfrm>
            <a:off x="312821" y="2310110"/>
            <a:ext cx="4030581" cy="77068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Tells about the work done and the results achieved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xmlns="" id="{039A5E92-42B9-4D42-BD65-9C8C8F981FB6}"/>
              </a:ext>
            </a:extLst>
          </p:cNvPr>
          <p:cNvSpPr/>
          <p:nvPr/>
        </p:nvSpPr>
        <p:spPr>
          <a:xfrm>
            <a:off x="312821" y="3356330"/>
            <a:ext cx="4030581" cy="77068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Presents the conclusions and proposals, emphasizing own solutions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xmlns="" id="{8FF9F4FE-8C09-4A4C-AC47-7EB04F7C76FC}"/>
              </a:ext>
            </a:extLst>
          </p:cNvPr>
          <p:cNvSpPr/>
          <p:nvPr/>
        </p:nvSpPr>
        <p:spPr>
          <a:xfrm>
            <a:off x="312816" y="5461351"/>
            <a:ext cx="4030585" cy="129504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Expresses its gratitude to the commission and others and invites for  questions or comments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xmlns="" id="{F0308DDA-6246-42CC-B53D-F8C4A5DCCDC5}"/>
              </a:ext>
            </a:extLst>
          </p:cNvPr>
          <p:cNvSpPr/>
          <p:nvPr/>
        </p:nvSpPr>
        <p:spPr>
          <a:xfrm>
            <a:off x="312817" y="4415131"/>
            <a:ext cx="4030581" cy="77068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Indicates possible directions for future work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xmlns="" id="{E642D5E7-7CEC-4C64-A753-6F31AC414889}"/>
              </a:ext>
            </a:extLst>
          </p:cNvPr>
          <p:cNvSpPr/>
          <p:nvPr/>
        </p:nvSpPr>
        <p:spPr>
          <a:xfrm>
            <a:off x="5095877" y="2297529"/>
            <a:ext cx="3886200" cy="77068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Number of slides and their titles depends on the thesis content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xmlns="" id="{7575F67F-D2F9-4443-8D43-63B17182CEE5}"/>
              </a:ext>
            </a:extLst>
          </p:cNvPr>
          <p:cNvSpPr/>
          <p:nvPr/>
        </p:nvSpPr>
        <p:spPr>
          <a:xfrm>
            <a:off x="5095877" y="3343749"/>
            <a:ext cx="3886200" cy="77068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Conclusion slide: 1-2 slides, </a:t>
            </a:r>
            <a:r>
              <a:rPr lang="en-US" sz="2000" i="1" dirty="0">
                <a:solidFill>
                  <a:schemeClr val="tx1"/>
                </a:solidFill>
              </a:rPr>
              <a:t>mandatory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276F04D5-B691-480E-86BB-28E8F964516D}"/>
              </a:ext>
            </a:extLst>
          </p:cNvPr>
          <p:cNvSpPr/>
          <p:nvPr/>
        </p:nvSpPr>
        <p:spPr>
          <a:xfrm>
            <a:off x="5095875" y="5723351"/>
            <a:ext cx="3886200" cy="77068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Final slide: 1 slide, </a:t>
            </a:r>
            <a:r>
              <a:rPr lang="en-US" sz="2000" i="1" dirty="0">
                <a:solidFill>
                  <a:schemeClr val="tx1"/>
                </a:solidFill>
              </a:rPr>
              <a:t>mandatory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xmlns="" id="{0A7FEDFB-918F-4F21-8F2E-D04BC844CFAC}"/>
              </a:ext>
            </a:extLst>
          </p:cNvPr>
          <p:cNvSpPr/>
          <p:nvPr/>
        </p:nvSpPr>
        <p:spPr>
          <a:xfrm>
            <a:off x="5095873" y="4402550"/>
            <a:ext cx="3886200" cy="77068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Further research opportunities slide: 1 slide, </a:t>
            </a:r>
            <a:r>
              <a:rPr lang="en-US" sz="2000" i="1" dirty="0">
                <a:solidFill>
                  <a:schemeClr val="tx1"/>
                </a:solidFill>
              </a:rPr>
              <a:t>optional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3939DA56-6133-45D6-80E9-91F3201950E7}"/>
              </a:ext>
            </a:extLst>
          </p:cNvPr>
          <p:cNvSpPr txBox="1"/>
          <p:nvPr/>
        </p:nvSpPr>
        <p:spPr>
          <a:xfrm>
            <a:off x="1676402" y="1834747"/>
            <a:ext cx="13548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ACTIVITY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C49D770-CAB7-4C63-9E5A-B0C3003AA32F}"/>
              </a:ext>
            </a:extLst>
          </p:cNvPr>
          <p:cNvSpPr txBox="1"/>
          <p:nvPr/>
        </p:nvSpPr>
        <p:spPr>
          <a:xfrm>
            <a:off x="5469763" y="1837328"/>
            <a:ext cx="3472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PRESENTATION CONTENT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E53B7FCD-F32F-4055-B30F-34DAAA63E2DF}"/>
              </a:ext>
            </a:extLst>
          </p:cNvPr>
          <p:cNvCxnSpPr>
            <a:cxnSpLocks/>
            <a:stCxn id="10" idx="3"/>
            <a:endCxn id="16" idx="1"/>
          </p:cNvCxnSpPr>
          <p:nvPr/>
        </p:nvCxnSpPr>
        <p:spPr>
          <a:xfrm flipV="1">
            <a:off x="4343402" y="3729092"/>
            <a:ext cx="752475" cy="12581"/>
          </a:xfrm>
          <a:prstGeom prst="line">
            <a:avLst/>
          </a:prstGeom>
          <a:ln w="28575">
            <a:prstDash val="sysDash"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B13A4AE6-7CD9-4B03-8FFA-618D702F8114}"/>
              </a:ext>
            </a:extLst>
          </p:cNvPr>
          <p:cNvCxnSpPr>
            <a:cxnSpLocks/>
            <a:stCxn id="14" idx="3"/>
            <a:endCxn id="18" idx="1"/>
          </p:cNvCxnSpPr>
          <p:nvPr/>
        </p:nvCxnSpPr>
        <p:spPr>
          <a:xfrm flipV="1">
            <a:off x="4343398" y="4787893"/>
            <a:ext cx="752475" cy="12581"/>
          </a:xfrm>
          <a:prstGeom prst="line">
            <a:avLst/>
          </a:prstGeom>
          <a:ln w="28575">
            <a:prstDash val="sysDash"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FC05F79-6334-4ED5-8E81-41884CD908AC}"/>
              </a:ext>
            </a:extLst>
          </p:cNvPr>
          <p:cNvCxnSpPr>
            <a:cxnSpLocks/>
            <a:stCxn id="12" idx="3"/>
            <a:endCxn id="17" idx="1"/>
          </p:cNvCxnSpPr>
          <p:nvPr/>
        </p:nvCxnSpPr>
        <p:spPr>
          <a:xfrm flipV="1">
            <a:off x="4343401" y="6108694"/>
            <a:ext cx="752474" cy="182"/>
          </a:xfrm>
          <a:prstGeom prst="line">
            <a:avLst/>
          </a:prstGeom>
          <a:ln w="28575">
            <a:prstDash val="sysDash"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494ECDDF-945F-4DD3-96E6-B129042EC6F5}"/>
              </a:ext>
            </a:extLst>
          </p:cNvPr>
          <p:cNvCxnSpPr>
            <a:cxnSpLocks/>
            <a:stCxn id="6" idx="3"/>
            <a:endCxn id="15" idx="1"/>
          </p:cNvCxnSpPr>
          <p:nvPr/>
        </p:nvCxnSpPr>
        <p:spPr>
          <a:xfrm flipV="1">
            <a:off x="4343402" y="2682872"/>
            <a:ext cx="752475" cy="12581"/>
          </a:xfrm>
          <a:prstGeom prst="line">
            <a:avLst/>
          </a:prstGeom>
          <a:ln w="28575">
            <a:prstDash val="sysDash"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98723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xmlns="" id="{78C355F9-52FE-4A9C-A188-BED17BD757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0300422"/>
              </p:ext>
            </p:extLst>
          </p:nvPr>
        </p:nvGraphicFramePr>
        <p:xfrm>
          <a:off x="204537" y="1454150"/>
          <a:ext cx="5642810" cy="4572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12486">
                  <a:extLst>
                    <a:ext uri="{9D8B030D-6E8A-4147-A177-3AD203B41FA5}">
                      <a16:colId xmlns:a16="http://schemas.microsoft.com/office/drawing/2014/main" xmlns="" val="429863689"/>
                    </a:ext>
                  </a:extLst>
                </a:gridCol>
                <a:gridCol w="5230324">
                  <a:extLst>
                    <a:ext uri="{9D8B030D-6E8A-4147-A177-3AD203B41FA5}">
                      <a16:colId xmlns:a16="http://schemas.microsoft.com/office/drawing/2014/main" xmlns="" val="348748048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 title slide </a:t>
                      </a:r>
                      <a:r>
                        <a:rPr lang="en-US" sz="2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must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contain: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7778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Title of the thesis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69396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Supervisor’s name (advisable also occupation and scientific degree)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06769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Consultant’s name, if any (organization, occupation and scientific degree)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39413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Student’s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457806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2000" b="1" dirty="0"/>
                        <a:t>A title slide could also contain</a:t>
                      </a:r>
                    </a:p>
                  </a:txBody>
                  <a:tcPr>
                    <a:solidFill>
                      <a:srgbClr val="BDCF3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28139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An institute where the thesis is defended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35028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Defence</a:t>
                      </a:r>
                      <a:r>
                        <a:rPr lang="en-US" sz="2000" dirty="0"/>
                        <a:t>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3424105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sz="2000" b="1" dirty="0"/>
                        <a:t>A content slide lists</a:t>
                      </a:r>
                    </a:p>
                  </a:txBody>
                  <a:tcPr>
                    <a:solidFill>
                      <a:srgbClr val="BDCF3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13674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Main sections of the presentation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75144013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xmlns="" id="{63A04773-EC43-4838-8DB9-799360149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slide and content slide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CD275DC-1A0D-41CD-8721-334398D1CC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lv-LV"/>
              <a:t>Riga Technical 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1653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7241E573-C586-4A65-8845-38847CD08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0AB80DF8-96E9-4A29-BC1C-35450C58C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337"/>
            <a:ext cx="8229600" cy="770685"/>
          </a:xfrm>
        </p:spPr>
        <p:txBody>
          <a:bodyPr/>
          <a:lstStyle/>
          <a:p>
            <a:r>
              <a:rPr lang="en-US" dirty="0"/>
              <a:t>Topicality slide, aim and tasks slide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C349E45-C4AF-46BD-9899-A8B7831563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lv-LV"/>
              <a:t>Riga Technical University</a:t>
            </a:r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xmlns="" id="{4BFC99FD-E98B-4A15-90FC-5A0A0E20F3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0346332"/>
              </p:ext>
            </p:extLst>
          </p:nvPr>
        </p:nvGraphicFramePr>
        <p:xfrm>
          <a:off x="293437" y="1573798"/>
          <a:ext cx="5642810" cy="4907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12486">
                  <a:extLst>
                    <a:ext uri="{9D8B030D-6E8A-4147-A177-3AD203B41FA5}">
                      <a16:colId xmlns:a16="http://schemas.microsoft.com/office/drawing/2014/main" xmlns="" val="429863689"/>
                    </a:ext>
                  </a:extLst>
                </a:gridCol>
                <a:gridCol w="5230324">
                  <a:extLst>
                    <a:ext uri="{9D8B030D-6E8A-4147-A177-3AD203B41FA5}">
                      <a16:colId xmlns:a16="http://schemas.microsoft.com/office/drawing/2014/main" xmlns="" val="348748048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Contents of the topicality slide: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7778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Tell why this topic or problem is important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69396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The task of the work topicality slide is to draw attention to the work, emphasizing its topicality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0676963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2000" b="1" dirty="0"/>
                        <a:t>An aim and tasks slide</a:t>
                      </a:r>
                    </a:p>
                  </a:txBody>
                  <a:tcPr>
                    <a:solidFill>
                      <a:srgbClr val="BDCF3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28139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Remember that the goal of the thesis must be specific and measurable (measurable that it has been achieved)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35028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Tasks must follow from the aim defined and be allowed to achieve 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34241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When presenting the thesis, it must be proved that all tasks have been completed and the goal has been achieved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75144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56972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7241E573-C586-4A65-8845-38847CD08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2700" y="1453931"/>
            <a:ext cx="2324100" cy="278912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0AB80DF8-96E9-4A29-BC1C-35450C58C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337"/>
            <a:ext cx="8229600" cy="770685"/>
          </a:xfrm>
        </p:spPr>
        <p:txBody>
          <a:bodyPr/>
          <a:lstStyle/>
          <a:p>
            <a:r>
              <a:rPr lang="en-US" dirty="0"/>
              <a:t>Slides of work done and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C349E45-C4AF-46BD-9899-A8B7831563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lv-LV"/>
              <a:t>Riga Technical University</a:t>
            </a:r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xmlns="" id="{4BFC99FD-E98B-4A15-90FC-5A0A0E20F3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2385991"/>
              </p:ext>
            </p:extLst>
          </p:nvPr>
        </p:nvGraphicFramePr>
        <p:xfrm>
          <a:off x="293437" y="1402129"/>
          <a:ext cx="5642810" cy="533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12486">
                  <a:extLst>
                    <a:ext uri="{9D8B030D-6E8A-4147-A177-3AD203B41FA5}">
                      <a16:colId xmlns:a16="http://schemas.microsoft.com/office/drawing/2014/main" xmlns="" val="429863689"/>
                    </a:ext>
                  </a:extLst>
                </a:gridCol>
                <a:gridCol w="5230324">
                  <a:extLst>
                    <a:ext uri="{9D8B030D-6E8A-4147-A177-3AD203B41FA5}">
                      <a16:colId xmlns:a16="http://schemas.microsoft.com/office/drawing/2014/main" xmlns="" val="348748048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Content of the slides of work done and results: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7778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These slides are directly related to the information provided in the main sections of the thesis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69396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The presentation should provide an explanation of key terms and / or ideas. At the same time,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you have to focus on exactly what you did yourself, what analytical results you have reached.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06769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Key terms and ideas are those that allow listeners better to understand your work and, in particular, your contribution to the problem.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35028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For demonstration of the practical results some animated gifs or videos could be used.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34241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14271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7241E573-C586-4A65-8845-38847CD08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0AB80DF8-96E9-4A29-BC1C-35450C58C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337"/>
            <a:ext cx="8229600" cy="770685"/>
          </a:xfrm>
        </p:spPr>
        <p:txBody>
          <a:bodyPr/>
          <a:lstStyle/>
          <a:p>
            <a:r>
              <a:rPr lang="en-US" dirty="0"/>
              <a:t>A conclusion slide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C349E45-C4AF-46BD-9899-A8B7831563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lv-LV"/>
              <a:t>Riga Technical University</a:t>
            </a:r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xmlns="" id="{4BFC99FD-E98B-4A15-90FC-5A0A0E20F3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4834384"/>
              </p:ext>
            </p:extLst>
          </p:nvPr>
        </p:nvGraphicFramePr>
        <p:xfrm>
          <a:off x="293437" y="1573798"/>
          <a:ext cx="5642810" cy="31089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12486">
                  <a:extLst>
                    <a:ext uri="{9D8B030D-6E8A-4147-A177-3AD203B41FA5}">
                      <a16:colId xmlns:a16="http://schemas.microsoft.com/office/drawing/2014/main" xmlns="" val="429863689"/>
                    </a:ext>
                  </a:extLst>
                </a:gridCol>
                <a:gridCol w="5230324">
                  <a:extLst>
                    <a:ext uri="{9D8B030D-6E8A-4147-A177-3AD203B41FA5}">
                      <a16:colId xmlns:a16="http://schemas.microsoft.com/office/drawing/2014/main" xmlns="" val="348748048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Content of the conclusion slide: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7778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This is not a summary; this is not a list of things 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69396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That's what listeners should remember</a:t>
                      </a:r>
                    </a:p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06769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Exactly what you concluded after the development of the analytical and practical part of the thesis and the verification of the 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35028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48916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A6B20216-5C61-4CCC-AF52-1E22BFD5D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88CD9B4C-2C2F-46C3-A158-5CC4C78C6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further work slide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D910577-6AF2-40E1-886E-7A70920D9F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lv-LV"/>
              <a:t>Riga Technical University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C2AE6901-CC30-43FB-B14B-7B385FEF70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7109706"/>
              </p:ext>
            </p:extLst>
          </p:nvPr>
        </p:nvGraphicFramePr>
        <p:xfrm>
          <a:off x="293437" y="1573798"/>
          <a:ext cx="5642810" cy="21031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12486">
                  <a:extLst>
                    <a:ext uri="{9D8B030D-6E8A-4147-A177-3AD203B41FA5}">
                      <a16:colId xmlns:a16="http://schemas.microsoft.com/office/drawing/2014/main" xmlns="" val="429863689"/>
                    </a:ext>
                  </a:extLst>
                </a:gridCol>
                <a:gridCol w="5230324">
                  <a:extLst>
                    <a:ext uri="{9D8B030D-6E8A-4147-A177-3AD203B41FA5}">
                      <a16:colId xmlns:a16="http://schemas.microsoft.com/office/drawing/2014/main" xmlns="" val="348748048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Content of the further work slide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7778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Add this slide only if you really see opportunities for you or other researchers to continue work with your thesis in the future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69396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Show that you can analyze and see perspectives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06769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83289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A6B20216-5C61-4CCC-AF52-1E22BFD5D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88CD9B4C-2C2F-46C3-A158-5CC4C78C6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final slide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D910577-6AF2-40E1-886E-7A70920D9F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lv-LV"/>
              <a:t>Riga Technical University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C2AE6901-CC30-43FB-B14B-7B385FEF70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5384209"/>
              </p:ext>
            </p:extLst>
          </p:nvPr>
        </p:nvGraphicFramePr>
        <p:xfrm>
          <a:off x="293437" y="1573798"/>
          <a:ext cx="5642810" cy="24079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12486">
                  <a:extLst>
                    <a:ext uri="{9D8B030D-6E8A-4147-A177-3AD203B41FA5}">
                      <a16:colId xmlns:a16="http://schemas.microsoft.com/office/drawing/2014/main" xmlns="" val="429863689"/>
                    </a:ext>
                  </a:extLst>
                </a:gridCol>
                <a:gridCol w="5230324">
                  <a:extLst>
                    <a:ext uri="{9D8B030D-6E8A-4147-A177-3AD203B41FA5}">
                      <a16:colId xmlns:a16="http://schemas.microsoft.com/office/drawing/2014/main" xmlns="" val="348748048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Content of the final slide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7778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At the end of the presentation: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thank the listeners for their attention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Invite listeners to ask questions and 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69396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 addition, you can add your contacts or link to project repository (for example, in GitHub)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06769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1577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2E2AB00A-0F10-443B-A0E9-BDA9F47CC2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preparation tips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D19375E-4F75-4AFB-8F66-77DCDCF9994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272213"/>
            <a:ext cx="2471738" cy="365125"/>
          </a:xfrm>
        </p:spPr>
        <p:txBody>
          <a:bodyPr/>
          <a:lstStyle/>
          <a:p>
            <a:r>
              <a:rPr lang="lv-LV"/>
              <a:t>Riga Technical 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8092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69B3F60C-9AC5-4337-961D-EF121922C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Presentation preparation tips: general 1/2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CFF175F-0BCD-42D8-B987-F86D3C5D8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lv-LV"/>
              <a:t>Riga Technical University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3814F53C-ED2F-4BFD-A399-F6F1D2FBC8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9581731"/>
              </p:ext>
            </p:extLst>
          </p:nvPr>
        </p:nvGraphicFramePr>
        <p:xfrm>
          <a:off x="457200" y="2043698"/>
          <a:ext cx="5642810" cy="420624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412486">
                  <a:extLst>
                    <a:ext uri="{9D8B030D-6E8A-4147-A177-3AD203B41FA5}">
                      <a16:colId xmlns:a16="http://schemas.microsoft.com/office/drawing/2014/main" xmlns="" val="429863689"/>
                    </a:ext>
                  </a:extLst>
                </a:gridCol>
                <a:gridCol w="5230324">
                  <a:extLst>
                    <a:ext uri="{9D8B030D-6E8A-4147-A177-3AD203B41FA5}">
                      <a16:colId xmlns:a16="http://schemas.microsoft.com/office/drawing/2014/main" xmlns="" val="348748048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Slide contents:</a:t>
                      </a:r>
                    </a:p>
                  </a:txBody>
                  <a:tcPr>
                    <a:solidFill>
                      <a:srgbClr val="FFC83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7778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Reflect key bullet points, not all of the text you want to tell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69396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Emphasize the essentials, not the details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The peculiarity of long-term memory: only 1 or 2 things will remain in the memory of the listeners of the presentation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06769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Put structured information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3502822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Slide numbering:</a:t>
                      </a:r>
                    </a:p>
                  </a:txBody>
                  <a:tcPr>
                    <a:solidFill>
                      <a:srgbClr val="FFC83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00428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Don't forget to number the slides so that the commission can refer to them when asking questions, and you when answer.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4401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71160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69B3F60C-9AC5-4337-961D-EF121922C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Presentation preparation tips: general 2/2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186016A3-2310-49AA-9B48-9FB659A853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6844483"/>
              </p:ext>
            </p:extLst>
          </p:nvPr>
        </p:nvGraphicFramePr>
        <p:xfrm>
          <a:off x="457200" y="2069098"/>
          <a:ext cx="7277100" cy="393192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31952">
                  <a:extLst>
                    <a:ext uri="{9D8B030D-6E8A-4147-A177-3AD203B41FA5}">
                      <a16:colId xmlns:a16="http://schemas.microsoft.com/office/drawing/2014/main" xmlns="" val="429863689"/>
                    </a:ext>
                  </a:extLst>
                </a:gridCol>
                <a:gridCol w="6745148">
                  <a:extLst>
                    <a:ext uri="{9D8B030D-6E8A-4147-A177-3AD203B41FA5}">
                      <a16:colId xmlns:a16="http://schemas.microsoft.com/office/drawing/2014/main" xmlns="" val="348748048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Amount and text: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7778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Don't put a lot of text on one slide, but stick to the principle - one idea per slide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69396155"/>
                  </a:ext>
                </a:extLst>
              </a:tr>
              <a:tr h="69442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If you put too much text in small font size, your audience won't read it: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Too much text makes the slide opaque and difficult to read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Why should an audience spend their energy reading a text if you tell it?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The speed of human reading does not match the speed of listening; instead of helping to understand, the text can be confusing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06769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92217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7120010A-4F19-4339-9810-EF0A07682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Presentation preparation tips: fonts 1/2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EB7ECCD2-0444-4451-AF1E-AB8D39253A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1977840"/>
              </p:ext>
            </p:extLst>
          </p:nvPr>
        </p:nvGraphicFramePr>
        <p:xfrm>
          <a:off x="457200" y="1916581"/>
          <a:ext cx="8229600" cy="438912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62717">
                  <a:extLst>
                    <a:ext uri="{9D8B030D-6E8A-4147-A177-3AD203B41FA5}">
                      <a16:colId xmlns:a16="http://schemas.microsoft.com/office/drawing/2014/main" xmlns="" val="429863689"/>
                    </a:ext>
                  </a:extLst>
                </a:gridCol>
                <a:gridCol w="7666883">
                  <a:extLst>
                    <a:ext uri="{9D8B030D-6E8A-4147-A177-3AD203B41FA5}">
                      <a16:colId xmlns:a16="http://schemas.microsoft.com/office/drawing/2014/main" xmlns="" val="3487480487"/>
                    </a:ext>
                  </a:extLst>
                </a:gridCol>
              </a:tblGrid>
              <a:tr h="347928">
                <a:tc gridSpan="2"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Font size: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7778863"/>
                  </a:ext>
                </a:extLst>
              </a:tr>
              <a:tr h="347928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Font size for slide headings must be at least 28 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69396155"/>
                  </a:ext>
                </a:extLst>
              </a:tr>
              <a:tr h="347928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Font size for text must be not less than 18 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06769631"/>
                  </a:ext>
                </a:extLst>
              </a:tr>
              <a:tr h="115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Do not capitalize whole text: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this makes the text difficult to read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it dominate over acronyms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denies its usefulness in emphasizing some words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35023075"/>
                  </a:ext>
                </a:extLst>
              </a:tr>
              <a:tr h="347928">
                <a:tc gridSpan="2"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2000" b="1" dirty="0"/>
                        <a:t>Style:</a:t>
                      </a:r>
                    </a:p>
                  </a:txBody>
                  <a:tcPr>
                    <a:solidFill>
                      <a:srgbClr val="FFC83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76603005"/>
                  </a:ext>
                </a:extLst>
              </a:tr>
              <a:tr h="615566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Choose and follow the same style throughout the presentation, i.e. fonts, colors, styles, etc.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56479804"/>
                  </a:ext>
                </a:extLst>
              </a:tr>
              <a:tr h="347928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Use the predefined font and color schemes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84510506"/>
                  </a:ext>
                </a:extLst>
              </a:tr>
              <a:tr h="123039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Don't use too many different styles as it distract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8001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97281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7120010A-4F19-4339-9810-EF0A07682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Presentation preparation tips: fonts 2/2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EB7ECCD2-0444-4451-AF1E-AB8D39253A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3063396"/>
              </p:ext>
            </p:extLst>
          </p:nvPr>
        </p:nvGraphicFramePr>
        <p:xfrm>
          <a:off x="457200" y="2043698"/>
          <a:ext cx="6197600" cy="4651334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453041">
                  <a:extLst>
                    <a:ext uri="{9D8B030D-6E8A-4147-A177-3AD203B41FA5}">
                      <a16:colId xmlns:a16="http://schemas.microsoft.com/office/drawing/2014/main" xmlns="" val="429863689"/>
                    </a:ext>
                  </a:extLst>
                </a:gridCol>
                <a:gridCol w="5744559">
                  <a:extLst>
                    <a:ext uri="{9D8B030D-6E8A-4147-A177-3AD203B41FA5}">
                      <a16:colId xmlns:a16="http://schemas.microsoft.com/office/drawing/2014/main" xmlns="" val="3487480487"/>
                    </a:ext>
                  </a:extLst>
                </a:gridCol>
              </a:tblGrid>
              <a:tr h="343140">
                <a:tc gridSpan="2">
                  <a:txBody>
                    <a:bodyPr/>
                    <a:lstStyle/>
                    <a:p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Italics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7778863"/>
                  </a:ext>
                </a:extLst>
              </a:tr>
              <a:tr h="3431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Use for text in “</a:t>
                      </a:r>
                      <a:r>
                        <a:rPr lang="en-US" sz="2000" i="1" dirty="0"/>
                        <a:t>quotes</a:t>
                      </a:r>
                      <a:r>
                        <a:rPr lang="en-US" sz="2000" dirty="0"/>
                        <a:t>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69396155"/>
                  </a:ext>
                </a:extLst>
              </a:tr>
              <a:tr h="3431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Use to highlight or emphasize a thought or idea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06769631"/>
                  </a:ext>
                </a:extLst>
              </a:tr>
              <a:tr h="3431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Use for book, magazine or newspaper titles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35023075"/>
                  </a:ext>
                </a:extLst>
              </a:tr>
              <a:tr h="343140">
                <a:tc gridSpan="2">
                  <a:txBody>
                    <a:bodyPr/>
                    <a:lstStyle/>
                    <a:p>
                      <a:r>
                        <a:rPr lang="en-US" sz="2000" b="1" dirty="0"/>
                        <a:t>Fonts:</a:t>
                      </a:r>
                    </a:p>
                  </a:txBody>
                  <a:tcPr>
                    <a:solidFill>
                      <a:srgbClr val="FFC83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76603005"/>
                  </a:ext>
                </a:extLst>
              </a:tr>
              <a:tr h="1319769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42925" indent="-542925"/>
                      <a:r>
                        <a:rPr lang="en-US" sz="2200" dirty="0"/>
                        <a:t>Choose easy to read typefaces</a:t>
                      </a:r>
                      <a:endParaRPr lang="lv-LV" sz="2200" dirty="0"/>
                    </a:p>
                    <a:p>
                      <a:pPr marL="712788" lvl="2" indent="-255588">
                        <a:buFont typeface="Arial" pitchFamily="34" charset="0"/>
                        <a:buChar char="•"/>
                      </a:pPr>
                      <a:r>
                        <a:rPr lang="lv-LV" sz="2400" b="1" dirty="0" err="1">
                          <a:latin typeface="Arial" pitchFamily="34" charset="0"/>
                          <a:cs typeface="Arial" pitchFamily="34" charset="0"/>
                        </a:rPr>
                        <a:t>Arial</a:t>
                      </a:r>
                      <a:r>
                        <a:rPr lang="lv-LV" sz="2000" dirty="0"/>
                        <a:t> </a:t>
                      </a:r>
                      <a:r>
                        <a:rPr lang="en-US" sz="2000" dirty="0"/>
                        <a:t>is good and clear</a:t>
                      </a:r>
                      <a:endParaRPr lang="lv-LV" sz="2000" dirty="0"/>
                    </a:p>
                    <a:p>
                      <a:pPr marL="712788" marR="0" lvl="2" indent="-255588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lv-LV" sz="2400" b="1" dirty="0" err="1">
                          <a:latin typeface="Times New Roman" pitchFamily="18" charset="0"/>
                          <a:cs typeface="Times New Roman" pitchFamily="18" charset="0"/>
                        </a:rPr>
                        <a:t>Roman</a:t>
                      </a:r>
                      <a:r>
                        <a:rPr lang="en-US" sz="2000" b="0" dirty="0">
                          <a:latin typeface="Times New Roman" pitchFamily="18" charset="0"/>
                          <a:cs typeface="Times New Roman" pitchFamily="18" charset="0"/>
                        </a:rPr>
                        <a:t>,</a:t>
                      </a:r>
                      <a:r>
                        <a:rPr lang="lv-LV" sz="2000" dirty="0"/>
                        <a:t> </a:t>
                      </a:r>
                      <a:r>
                        <a:rPr lang="lv-LV" sz="2400" b="1" dirty="0" err="1">
                          <a:latin typeface="HandelGothic TL" pitchFamily="82" charset="0"/>
                        </a:rPr>
                        <a:t>Gothic</a:t>
                      </a:r>
                      <a:r>
                        <a:rPr lang="lv-LV" sz="2000" dirty="0"/>
                        <a:t> </a:t>
                      </a:r>
                      <a:r>
                        <a:rPr lang="en-US" sz="2000" dirty="0"/>
                        <a:t>and </a:t>
                      </a:r>
                      <a:r>
                        <a:rPr lang="en-US" sz="2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Calibri</a:t>
                      </a:r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000" dirty="0"/>
                        <a:t>is easier to read than </a:t>
                      </a:r>
                      <a:r>
                        <a:rPr lang="lv-LV" sz="2400" b="1" dirty="0">
                          <a:latin typeface="Script MT Bold" pitchFamily="66" charset="0"/>
                        </a:rPr>
                        <a:t>Script</a:t>
                      </a:r>
                      <a:r>
                        <a:rPr lang="lv-LV" sz="2000" dirty="0"/>
                        <a:t> </a:t>
                      </a:r>
                      <a:r>
                        <a:rPr lang="en-US" sz="2000" dirty="0"/>
                        <a:t>or</a:t>
                      </a:r>
                      <a:r>
                        <a:rPr lang="lv-LV" sz="2000" dirty="0"/>
                        <a:t> </a:t>
                      </a:r>
                      <a:r>
                        <a:rPr lang="lv-LV" sz="2400" b="1" dirty="0">
                          <a:latin typeface="Harrington" pitchFamily="82" charset="0"/>
                        </a:rPr>
                        <a:t>Old </a:t>
                      </a:r>
                      <a:r>
                        <a:rPr lang="lv-LV" sz="2400" b="1" dirty="0" err="1">
                          <a:latin typeface="Harrington" pitchFamily="82" charset="0"/>
                        </a:rPr>
                        <a:t>English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56479804"/>
                  </a:ext>
                </a:extLst>
              </a:tr>
              <a:tr h="3431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Use 1 or 2 font types</a:t>
                      </a:r>
                      <a:endParaRPr lang="lv-LV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66259928"/>
                  </a:ext>
                </a:extLst>
              </a:tr>
              <a:tr h="749894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To emphasize whole slide change </a:t>
                      </a:r>
                      <a:r>
                        <a:rPr lang="lv-LV" sz="2000" dirty="0">
                          <a:latin typeface="Aharoni" pitchFamily="2" charset="-79"/>
                          <a:cs typeface="Aharoni" pitchFamily="2" charset="-79"/>
                        </a:rPr>
                        <a:t>font</a:t>
                      </a:r>
                      <a:r>
                        <a:rPr lang="en-US" sz="2000" dirty="0">
                          <a:latin typeface="Aharoni" pitchFamily="2" charset="-79"/>
                          <a:cs typeface="Aharoni" pitchFamily="2" charset="-79"/>
                        </a:rPr>
                        <a:t>s</a:t>
                      </a:r>
                      <a:r>
                        <a:rPr lang="lv-LV" sz="2000" dirty="0"/>
                        <a:t> </a:t>
                      </a:r>
                      <a:r>
                        <a:rPr lang="en-US" sz="2000" dirty="0"/>
                        <a:t>or </a:t>
                      </a:r>
                      <a:r>
                        <a:rPr lang="en-US" sz="2000" dirty="0">
                          <a:highlight>
                            <a:srgbClr val="BDCF3C"/>
                          </a:highlight>
                        </a:rPr>
                        <a:t>background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63838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59521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7120010A-4F19-4339-9810-EF0A07682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Presentation preparation tips: bullets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D0ED711-979E-427D-8184-A6B2D24B3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lv-LV"/>
              <a:t>Riga Technical University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EB7ECCD2-0444-4451-AF1E-AB8D39253A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7408161"/>
              </p:ext>
            </p:extLst>
          </p:nvPr>
        </p:nvGraphicFramePr>
        <p:xfrm>
          <a:off x="457200" y="2043698"/>
          <a:ext cx="6718300" cy="347472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491104">
                  <a:extLst>
                    <a:ext uri="{9D8B030D-6E8A-4147-A177-3AD203B41FA5}">
                      <a16:colId xmlns:a16="http://schemas.microsoft.com/office/drawing/2014/main" xmlns="" val="429863689"/>
                    </a:ext>
                  </a:extLst>
                </a:gridCol>
                <a:gridCol w="6227196">
                  <a:extLst>
                    <a:ext uri="{9D8B030D-6E8A-4147-A177-3AD203B41FA5}">
                      <a16:colId xmlns:a16="http://schemas.microsoft.com/office/drawing/2014/main" xmlns="" val="348748048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When to use: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7778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Bullets deal as reminders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69396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They help to "prepare" the audience for what you will tell; they also can help to remind what you have said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06769631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r>
                        <a:rPr lang="en-US" sz="2000" b="1" dirty="0"/>
                        <a:t>Size:</a:t>
                      </a:r>
                    </a:p>
                  </a:txBody>
                  <a:tcPr>
                    <a:solidFill>
                      <a:srgbClr val="FFC83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35023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The smallest acceptable font size is 18 pts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7660300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r>
                        <a:rPr lang="en-US" sz="2000" b="1" dirty="0"/>
                        <a:t>Number:</a:t>
                      </a:r>
                    </a:p>
                  </a:txBody>
                  <a:tcPr>
                    <a:solidFill>
                      <a:srgbClr val="FFC83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56479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Each text paragraph should 1-2 lines long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012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Maximum number of bullet points in one slide is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40775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2735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7120010A-4F19-4339-9810-EF0A07682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Presentation preparation tips: figures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EB7ECCD2-0444-4451-AF1E-AB8D39253A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8932994"/>
              </p:ext>
            </p:extLst>
          </p:nvPr>
        </p:nvGraphicFramePr>
        <p:xfrm>
          <a:off x="457200" y="2043698"/>
          <a:ext cx="6286500" cy="429768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412486">
                  <a:extLst>
                    <a:ext uri="{9D8B030D-6E8A-4147-A177-3AD203B41FA5}">
                      <a16:colId xmlns:a16="http://schemas.microsoft.com/office/drawing/2014/main" xmlns="" val="429863689"/>
                    </a:ext>
                  </a:extLst>
                </a:gridCol>
                <a:gridCol w="5874014">
                  <a:extLst>
                    <a:ext uri="{9D8B030D-6E8A-4147-A177-3AD203B41FA5}">
                      <a16:colId xmlns:a16="http://schemas.microsoft.com/office/drawing/2014/main" xmlns="" val="348748048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Figures and tables: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7778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If possible, show the results of the thesis as tables, figures and charts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69396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One image is worth a thousand words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06769631"/>
                  </a:ext>
                </a:extLst>
              </a:tr>
              <a:tr h="27278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Use images as visual metaphors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4567562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r>
                        <a:rPr lang="en-US" sz="2000" b="1" dirty="0"/>
                        <a:t>Animation:</a:t>
                      </a:r>
                    </a:p>
                  </a:txBody>
                  <a:tcPr>
                    <a:solidFill>
                      <a:srgbClr val="FFC83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16487899"/>
                  </a:ext>
                </a:extLst>
              </a:tr>
              <a:tr h="69442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Don't overdo it with animation and visual effects, use them only to draw attention to important aspects of the thesis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74679481"/>
                  </a:ext>
                </a:extLst>
              </a:tr>
              <a:tr h="69442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Your task is to get the audience to focus on “what” you are saying rather than “how” you are doing it, that is, focus on “content” rather than “form”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82096907"/>
                  </a:ext>
                </a:extLst>
              </a:tr>
            </a:tbl>
          </a:graphicData>
        </a:graphic>
      </p:graphicFrame>
      <p:pic>
        <p:nvPicPr>
          <p:cNvPr id="2" name="Picture 2">
            <a:extLst>
              <a:ext uri="{FF2B5EF4-FFF2-40B4-BE49-F238E27FC236}">
                <a16:creationId xmlns:a16="http://schemas.microsoft.com/office/drawing/2014/main" xmlns="" id="{0EAFAD81-9BDD-422D-AFC6-4EBD66156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04644" y="2171080"/>
            <a:ext cx="2064830" cy="12579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831925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7120010A-4F19-4339-9810-EF0A07682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Presentation preparation tips: </a:t>
            </a:r>
            <a:r>
              <a:rPr lang="en-US" dirty="0" err="1"/>
              <a:t>colours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D0ED711-979E-427D-8184-A6B2D24B3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lv-LV"/>
              <a:t>Riga Technical University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EB7ECCD2-0444-4451-AF1E-AB8D39253A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7473421"/>
              </p:ext>
            </p:extLst>
          </p:nvPr>
        </p:nvGraphicFramePr>
        <p:xfrm>
          <a:off x="457200" y="2043698"/>
          <a:ext cx="5642810" cy="35052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412486">
                  <a:extLst>
                    <a:ext uri="{9D8B030D-6E8A-4147-A177-3AD203B41FA5}">
                      <a16:colId xmlns:a16="http://schemas.microsoft.com/office/drawing/2014/main" xmlns="" val="429863689"/>
                    </a:ext>
                  </a:extLst>
                </a:gridCol>
                <a:gridCol w="5230324">
                  <a:extLst>
                    <a:ext uri="{9D8B030D-6E8A-4147-A177-3AD203B41FA5}">
                      <a16:colId xmlns:a16="http://schemas.microsoft.com/office/drawing/2014/main" xmlns="" val="348748048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Colors: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7778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There should be enough high contrast between background and text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69396155"/>
                  </a:ext>
                </a:extLst>
              </a:tr>
              <a:tr h="36422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Use predefined </a:t>
                      </a:r>
                      <a:r>
                        <a:rPr lang="en-US" sz="2000" dirty="0" err="1"/>
                        <a:t>colour</a:t>
                      </a:r>
                      <a:r>
                        <a:rPr lang="en-US" sz="2000" dirty="0"/>
                        <a:t> schema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06769631"/>
                  </a:ext>
                </a:extLst>
              </a:tr>
              <a:tr h="69442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It is recommended to use no more than 3 different </a:t>
                      </a:r>
                      <a:r>
                        <a:rPr lang="en-US" sz="2000" dirty="0" err="1"/>
                        <a:t>colours</a:t>
                      </a:r>
                      <a:r>
                        <a:rPr lang="en-US" sz="2000" dirty="0"/>
                        <a:t> (60% of slide with primary </a:t>
                      </a:r>
                      <a:r>
                        <a:rPr lang="en-US" sz="2000" dirty="0" err="1"/>
                        <a:t>colour</a:t>
                      </a:r>
                      <a:r>
                        <a:rPr lang="en-US" sz="2000" dirty="0"/>
                        <a:t>, 30% with secondary and 10% with accent color)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5533990"/>
                  </a:ext>
                </a:extLst>
              </a:tr>
              <a:tr h="69442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Avoid to use bright and clear hues as the primary </a:t>
                      </a:r>
                      <a:r>
                        <a:rPr lang="en-US" sz="2000" dirty="0" err="1"/>
                        <a:t>colours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40877396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442FA93F-87E3-4171-9027-8A056395BB11}"/>
              </a:ext>
            </a:extLst>
          </p:cNvPr>
          <p:cNvSpPr/>
          <p:nvPr/>
        </p:nvSpPr>
        <p:spPr>
          <a:xfrm>
            <a:off x="6527800" y="2043698"/>
            <a:ext cx="2387600" cy="1537702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00B0F0"/>
                </a:solidFill>
              </a:rPr>
              <a:t>Better not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4AAF510C-E261-4022-AEF7-914D1B84BC1E}"/>
              </a:ext>
            </a:extLst>
          </p:cNvPr>
          <p:cNvSpPr/>
          <p:nvPr/>
        </p:nvSpPr>
        <p:spPr>
          <a:xfrm>
            <a:off x="6527800" y="4177298"/>
            <a:ext cx="2387600" cy="1537702"/>
          </a:xfrm>
          <a:prstGeom prst="rect">
            <a:avLst/>
          </a:prstGeom>
          <a:solidFill>
            <a:srgbClr val="00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Better not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1045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F1CDA75F-9F44-4998-A6A3-57B79EE757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Speech preparation tips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784E125-43C9-4802-B2F6-81A301AD33A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272213"/>
            <a:ext cx="2471738" cy="365125"/>
          </a:xfrm>
        </p:spPr>
        <p:txBody>
          <a:bodyPr/>
          <a:lstStyle/>
          <a:p>
            <a:r>
              <a:rPr lang="lv-LV"/>
              <a:t>Riga Technical 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9504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5749575-64B8-4CD5-A193-3CF4E15FF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Speech preparation tips 1/2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7C369276-4122-41E9-A793-B5B3D24225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455878"/>
              </p:ext>
            </p:extLst>
          </p:nvPr>
        </p:nvGraphicFramePr>
        <p:xfrm>
          <a:off x="457200" y="1611898"/>
          <a:ext cx="6946900" cy="438912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507814">
                  <a:extLst>
                    <a:ext uri="{9D8B030D-6E8A-4147-A177-3AD203B41FA5}">
                      <a16:colId xmlns:a16="http://schemas.microsoft.com/office/drawing/2014/main" xmlns="" val="429863689"/>
                    </a:ext>
                  </a:extLst>
                </a:gridCol>
                <a:gridCol w="6439086">
                  <a:extLst>
                    <a:ext uri="{9D8B030D-6E8A-4147-A177-3AD203B41FA5}">
                      <a16:colId xmlns:a16="http://schemas.microsoft.com/office/drawing/2014/main" xmlns="" val="348748048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Prepare your narrative well so that: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7778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Your speech should be fluent and clear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69396155"/>
                  </a:ext>
                </a:extLst>
              </a:tr>
              <a:tr h="36422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What is written in the presentation will not surprise you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06769631"/>
                  </a:ext>
                </a:extLst>
              </a:tr>
              <a:tr h="12038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You could fit in time allotted for </a:t>
                      </a:r>
                      <a:r>
                        <a:rPr lang="en-US" sz="2000" dirty="0" err="1"/>
                        <a:t>defence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5533990"/>
                  </a:ext>
                </a:extLst>
              </a:tr>
              <a:tr h="155942">
                <a:tc gridSpan="2">
                  <a:txBody>
                    <a:bodyPr/>
                    <a:lstStyle/>
                    <a:p>
                      <a:r>
                        <a:rPr lang="en-US" sz="2000" dirty="0"/>
                        <a:t>Requirements for speech content:</a:t>
                      </a:r>
                    </a:p>
                  </a:txBody>
                  <a:tcPr>
                    <a:solidFill>
                      <a:srgbClr val="00B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40877396"/>
                  </a:ext>
                </a:extLst>
              </a:tr>
              <a:tr h="69442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The speech must be memorable and emphasize the essentials, not the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25023380"/>
                  </a:ext>
                </a:extLst>
              </a:tr>
              <a:tr h="69442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The speech should provide more information than is on the slides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52557960"/>
                  </a:ext>
                </a:extLst>
              </a:tr>
              <a:tr h="69442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Be sure to use new words and specific terms, BUT only if you know what they mean and how they are spelled and pronounced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7934146"/>
                  </a:ext>
                </a:extLst>
              </a:tr>
            </a:tbl>
          </a:graphicData>
        </a:graphic>
      </p:graphicFrame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xmlns="" id="{CA7D802E-A388-485F-907C-BF7995E40D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272742"/>
            <a:ext cx="2472267" cy="365125"/>
          </a:xfrm>
        </p:spPr>
        <p:txBody>
          <a:bodyPr/>
          <a:lstStyle/>
          <a:p>
            <a:r>
              <a:rPr lang="lv-LV" dirty="0" err="1"/>
              <a:t>Riga</a:t>
            </a:r>
            <a:r>
              <a:rPr lang="lv-LV" dirty="0"/>
              <a:t> </a:t>
            </a:r>
            <a:r>
              <a:rPr lang="lv-LV" dirty="0" err="1"/>
              <a:t>Technical</a:t>
            </a:r>
            <a:r>
              <a:rPr lang="lv-LV" dirty="0"/>
              <a:t> </a:t>
            </a:r>
            <a:r>
              <a:rPr lang="lv-LV" dirty="0" err="1"/>
              <a:t>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485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7D529DC5-4527-4EDC-A96C-FC4CC6B7E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Speech preparation tips 2/2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765C802-78CA-44B7-B3FD-BB5953F4BA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lv-LV" dirty="0" err="1"/>
              <a:t>Riga</a:t>
            </a:r>
            <a:r>
              <a:rPr lang="lv-LV" dirty="0"/>
              <a:t> </a:t>
            </a:r>
            <a:r>
              <a:rPr lang="lv-LV" dirty="0" err="1"/>
              <a:t>Technical</a:t>
            </a:r>
            <a:r>
              <a:rPr lang="lv-LV" dirty="0"/>
              <a:t> </a:t>
            </a:r>
            <a:r>
              <a:rPr lang="lv-LV" dirty="0" err="1"/>
              <a:t>University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021B68DF-333D-4798-800C-ADB694B442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9157170"/>
              </p:ext>
            </p:extLst>
          </p:nvPr>
        </p:nvGraphicFramePr>
        <p:xfrm>
          <a:off x="457200" y="1611898"/>
          <a:ext cx="6946900" cy="32918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507814">
                  <a:extLst>
                    <a:ext uri="{9D8B030D-6E8A-4147-A177-3AD203B41FA5}">
                      <a16:colId xmlns:a16="http://schemas.microsoft.com/office/drawing/2014/main" xmlns="" val="429863689"/>
                    </a:ext>
                  </a:extLst>
                </a:gridCol>
                <a:gridCol w="6439086">
                  <a:extLst>
                    <a:ext uri="{9D8B030D-6E8A-4147-A177-3AD203B41FA5}">
                      <a16:colId xmlns:a16="http://schemas.microsoft.com/office/drawing/2014/main" xmlns="" val="348748048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Requirements for speech style: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7778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Speak clearly and so that everyone can hear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69396155"/>
                  </a:ext>
                </a:extLst>
              </a:tr>
              <a:tr h="36422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Speak in full sentences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06769631"/>
                  </a:ext>
                </a:extLst>
              </a:tr>
              <a:tr h="12038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Do not read long monotonous texts from a paper or from slides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5533990"/>
                  </a:ext>
                </a:extLst>
              </a:tr>
              <a:tr h="155942">
                <a:tc gridSpan="2">
                  <a:txBody>
                    <a:bodyPr/>
                    <a:lstStyle/>
                    <a:p>
                      <a:r>
                        <a:rPr lang="en-US" sz="2000" b="1" dirty="0"/>
                        <a:t>Follow the time (</a:t>
                      </a:r>
                      <a:r>
                        <a:rPr lang="en-US" sz="2000" b="1" dirty="0" smtClean="0"/>
                        <a:t>1</a:t>
                      </a:r>
                      <a:r>
                        <a:rPr lang="lv-LV" sz="2000" b="1" dirty="0" smtClean="0"/>
                        <a:t>0</a:t>
                      </a:r>
                      <a:r>
                        <a:rPr lang="en-US" sz="2000" b="1" dirty="0" smtClean="0"/>
                        <a:t> </a:t>
                      </a:r>
                      <a:r>
                        <a:rPr lang="en-US" sz="2000" b="1" dirty="0"/>
                        <a:t>min.):</a:t>
                      </a:r>
                    </a:p>
                  </a:txBody>
                  <a:tcPr>
                    <a:solidFill>
                      <a:srgbClr val="00B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40877396"/>
                  </a:ext>
                </a:extLst>
              </a:tr>
              <a:tr h="69442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The time devoted to each slide is approximately 1-2 minutes (so the total number of slides for a </a:t>
                      </a:r>
                      <a:r>
                        <a:rPr lang="en-US" sz="2000" dirty="0" smtClean="0"/>
                        <a:t>1</a:t>
                      </a:r>
                      <a:r>
                        <a:rPr lang="lv-LV" sz="2000" dirty="0" smtClean="0"/>
                        <a:t>0</a:t>
                      </a:r>
                      <a:r>
                        <a:rPr lang="en-US" sz="2000" dirty="0" smtClean="0"/>
                        <a:t>-minute </a:t>
                      </a:r>
                      <a:r>
                        <a:rPr lang="en-US" sz="2000" dirty="0"/>
                        <a:t>presentation is </a:t>
                      </a:r>
                      <a:r>
                        <a:rPr lang="lv-LV" sz="2000" dirty="0" smtClean="0"/>
                        <a:t>8</a:t>
                      </a:r>
                      <a:r>
                        <a:rPr lang="en-US" sz="2000" dirty="0" smtClean="0"/>
                        <a:t>-1</a:t>
                      </a:r>
                      <a:r>
                        <a:rPr lang="lv-LV" sz="2000" smtClean="0"/>
                        <a:t>0</a:t>
                      </a:r>
                      <a:r>
                        <a:rPr lang="en-US" sz="2000" smtClean="0"/>
                        <a:t> </a:t>
                      </a:r>
                      <a:r>
                        <a:rPr lang="en-US" sz="2000" dirty="0"/>
                        <a:t>slides)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25023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2818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49AFE44F-FB5C-4896-9FCB-02EAF04A58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Behaviour</a:t>
            </a:r>
            <a:r>
              <a:rPr lang="en-US" dirty="0"/>
              <a:t> during defense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E1FFABF-6049-461D-B068-1B2DD64D981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272213"/>
            <a:ext cx="2471738" cy="365125"/>
          </a:xfrm>
        </p:spPr>
        <p:txBody>
          <a:bodyPr/>
          <a:lstStyle/>
          <a:p>
            <a:r>
              <a:rPr lang="lv-LV"/>
              <a:t>Riga Technical 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6713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B5B743A2-F94E-4AE7-85A1-BE568F03A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Behaviour</a:t>
            </a:r>
            <a:r>
              <a:rPr lang="en-US" dirty="0"/>
              <a:t> during </a:t>
            </a:r>
            <a:r>
              <a:rPr lang="en-US" dirty="0" err="1"/>
              <a:t>defence</a:t>
            </a:r>
            <a:r>
              <a:rPr lang="en-US" dirty="0"/>
              <a:t> 1/2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88F3A1F-78B7-4C4E-9F0C-7D54FB4B2A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lv-LV"/>
              <a:t>Riga Technical University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8D5ABC43-46E5-40E6-A16C-C10642C952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5692094"/>
              </p:ext>
            </p:extLst>
          </p:nvPr>
        </p:nvGraphicFramePr>
        <p:xfrm>
          <a:off x="457200" y="1611898"/>
          <a:ext cx="8229600" cy="39928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601579">
                  <a:extLst>
                    <a:ext uri="{9D8B030D-6E8A-4147-A177-3AD203B41FA5}">
                      <a16:colId xmlns:a16="http://schemas.microsoft.com/office/drawing/2014/main" xmlns="" val="429863689"/>
                    </a:ext>
                  </a:extLst>
                </a:gridCol>
                <a:gridCol w="7628021">
                  <a:extLst>
                    <a:ext uri="{9D8B030D-6E8A-4147-A177-3AD203B41FA5}">
                      <a16:colId xmlns:a16="http://schemas.microsoft.com/office/drawing/2014/main" xmlns="" val="3487480487"/>
                    </a:ext>
                  </a:extLst>
                </a:gridCol>
              </a:tblGrid>
              <a:tr h="305578">
                <a:tc gridSpan="2"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CBCBCB"/>
                          </a:solidFill>
                        </a:rPr>
                        <a:t>Clothing: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7778863"/>
                  </a:ext>
                </a:extLst>
              </a:tr>
              <a:tr h="305578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A business style should be followed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69396155"/>
                  </a:ext>
                </a:extLst>
              </a:tr>
              <a:tr h="305578">
                <a:tc gridSpan="2">
                  <a:txBody>
                    <a:bodyPr/>
                    <a:lstStyle/>
                    <a:p>
                      <a:r>
                        <a:rPr lang="en-US" sz="2000" b="1" kern="1200" dirty="0" err="1">
                          <a:solidFill>
                            <a:srgbClr val="CBCBCB"/>
                          </a:solidFill>
                          <a:latin typeface="+mn-lt"/>
                          <a:ea typeface="+mn-ea"/>
                          <a:cs typeface="+mn-cs"/>
                        </a:rPr>
                        <a:t>Behaviour</a:t>
                      </a:r>
                      <a:r>
                        <a:rPr lang="en-US" sz="2000" b="1" kern="1200" dirty="0">
                          <a:solidFill>
                            <a:srgbClr val="CBCBCB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40877396"/>
                  </a:ext>
                </a:extLst>
              </a:tr>
              <a:tr h="1480878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Behavior during </a:t>
                      </a:r>
                      <a:r>
                        <a:rPr lang="en-US" sz="2000" dirty="0" err="1"/>
                        <a:t>defence</a:t>
                      </a:r>
                      <a:r>
                        <a:rPr lang="en-US" sz="2000" dirty="0"/>
                        <a:t> must be correct and the rules of business etiquette must be observed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if violations of the norms of conduct are stated, the chairman of the commission has the right to suspend the defense and postpone it to another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25023380"/>
                  </a:ext>
                </a:extLst>
              </a:tr>
              <a:tr h="305578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Look to the listeners and talk to them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96147122"/>
                  </a:ext>
                </a:extLst>
              </a:tr>
              <a:tr h="305578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Do not read from paper or slide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66707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Don't stand in front of your on-screen presentation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01820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42219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8346DD7C-AB42-4BAA-911E-1D3556FE4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Behaviour</a:t>
            </a:r>
            <a:r>
              <a:rPr lang="en-US" dirty="0"/>
              <a:t> during </a:t>
            </a:r>
            <a:r>
              <a:rPr lang="en-US" dirty="0" err="1"/>
              <a:t>defence</a:t>
            </a:r>
            <a:r>
              <a:rPr lang="en-US" dirty="0"/>
              <a:t> 2/2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C7C0B73-3F13-43CB-9CC7-3F518805F0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lv-LV"/>
              <a:t>Riga Technical University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C9638C7F-4930-4EC9-ACE0-7CA37F91E6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0918250"/>
              </p:ext>
            </p:extLst>
          </p:nvPr>
        </p:nvGraphicFramePr>
        <p:xfrm>
          <a:off x="622299" y="1975176"/>
          <a:ext cx="6972301" cy="25908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509671">
                  <a:extLst>
                    <a:ext uri="{9D8B030D-6E8A-4147-A177-3AD203B41FA5}">
                      <a16:colId xmlns:a16="http://schemas.microsoft.com/office/drawing/2014/main" xmlns="" val="429863689"/>
                    </a:ext>
                  </a:extLst>
                </a:gridCol>
                <a:gridCol w="6462630">
                  <a:extLst>
                    <a:ext uri="{9D8B030D-6E8A-4147-A177-3AD203B41FA5}">
                      <a16:colId xmlns:a16="http://schemas.microsoft.com/office/drawing/2014/main" xmlns="" val="3487480487"/>
                    </a:ext>
                  </a:extLst>
                </a:gridCol>
              </a:tblGrid>
              <a:tr h="305578">
                <a:tc gridSpan="2">
                  <a:txBody>
                    <a:bodyPr/>
                    <a:lstStyle/>
                    <a:p>
                      <a:r>
                        <a:rPr lang="en-US" sz="2000" dirty="0" err="1">
                          <a:solidFill>
                            <a:srgbClr val="CBCBCB"/>
                          </a:solidFill>
                        </a:rPr>
                        <a:t>Behaviour</a:t>
                      </a:r>
                      <a:r>
                        <a:rPr lang="en-US" sz="2000" dirty="0">
                          <a:solidFill>
                            <a:srgbClr val="CBCBCB"/>
                          </a:solidFill>
                        </a:rPr>
                        <a:t>: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7778863"/>
                  </a:ext>
                </a:extLst>
              </a:tr>
              <a:tr h="305578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Don't be afraid to pay attention to your presentation with gestures and showing something on 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69396155"/>
                  </a:ext>
                </a:extLst>
              </a:tr>
              <a:tr h="305578">
                <a:tc gridSpan="2"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rgbClr val="CBCBCB"/>
                          </a:solidFill>
                          <a:latin typeface="+mn-lt"/>
                          <a:ea typeface="+mn-ea"/>
                          <a:cs typeface="+mn-cs"/>
                        </a:rPr>
                        <a:t>Use of aids: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40877396"/>
                  </a:ext>
                </a:extLst>
              </a:tr>
              <a:tr h="277804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Use a pointer or pen to show something in your presentation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25023380"/>
                  </a:ext>
                </a:extLst>
              </a:tr>
              <a:tr h="351464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Use a timer to follow the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87785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59801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08FF48BD-216D-4BBB-8258-CE605B805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Answering to questions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225060F-E9DE-4140-B254-A1B21D4D70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lv-LV"/>
              <a:t>Riga Technical University</a:t>
            </a: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8AE198CD-3B3E-4E04-B8C4-0F219A314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20772751">
            <a:off x="60095" y="1692829"/>
            <a:ext cx="1622508" cy="2170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xmlns="" id="{1E833A12-EA56-4D1F-AD4B-753A6E9DD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703542">
            <a:off x="7668344" y="3477525"/>
            <a:ext cx="1080120" cy="2430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243B8A93-ABD1-4FA1-AA8C-19653BE87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2766" y="2271299"/>
            <a:ext cx="5549900" cy="2789129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Listen very carefully</a:t>
            </a:r>
          </a:p>
          <a:p>
            <a:r>
              <a:rPr lang="en-US" sz="2400" dirty="0"/>
              <a:t>Ask to repeat the question to make sure you understand it</a:t>
            </a:r>
          </a:p>
          <a:p>
            <a:r>
              <a:rPr lang="en-US" sz="2400" dirty="0"/>
              <a:t>Answer concisely and clearly</a:t>
            </a:r>
          </a:p>
          <a:p>
            <a:r>
              <a:rPr lang="en-US" sz="2400" dirty="0"/>
              <a:t>Don't be afraid to admit if you haven't looked at studied something during your research</a:t>
            </a:r>
          </a:p>
        </p:txBody>
      </p:sp>
    </p:spTree>
    <p:extLst>
      <p:ext uri="{BB962C8B-B14F-4D97-AF65-F5344CB8AC3E}">
        <p14:creationId xmlns:p14="http://schemas.microsoft.com/office/powerpoint/2010/main" val="35079110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9477F12C-7BE9-4F38-8F40-38DFE3835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Create a presentation that contains only the main things that can be told in the allotted time</a:t>
            </a:r>
          </a:p>
          <a:p>
            <a:r>
              <a:rPr lang="en-US" sz="2400" dirty="0"/>
              <a:t>The main thing is the narrative, the presentation only helps to make it visible</a:t>
            </a:r>
          </a:p>
          <a:p>
            <a:r>
              <a:rPr lang="en-US" sz="2400" dirty="0"/>
              <a:t>Be proud of your work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44D9166E-078D-45DA-976C-2D7877AD2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EBA4A31-614C-4E00-A5EE-BA172D5589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lv-LV"/>
              <a:t>Riga Technical 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7724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66E78348-6A03-4929-B748-4DCFC880F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34435"/>
            <a:ext cx="8229600" cy="2789129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/>
              <a:t>This presentation is partly based on:</a:t>
            </a:r>
          </a:p>
          <a:p>
            <a:endParaRPr lang="en-US" dirty="0"/>
          </a:p>
          <a:p>
            <a:r>
              <a:rPr lang="lv-LV" sz="2000" dirty="0">
                <a:hlinkClick r:id="rId2"/>
              </a:rPr>
              <a:t>http://www.scs.ryerson.ca/aferworn/courses/CP8101/CLASSES/EffectivePresentations.pdf</a:t>
            </a:r>
            <a:endParaRPr lang="en-US" sz="2000" dirty="0"/>
          </a:p>
          <a:p>
            <a:r>
              <a:rPr lang="lv-LV" sz="2000" dirty="0"/>
              <a:t> 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0520E27A-385D-4C38-81E1-78D35C892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F382096-20DD-41F4-A5A0-AB650CCC3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lv-LV"/>
              <a:t>Riga Technical 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062214"/>
      </p:ext>
    </p:extLst>
  </p:cSld>
  <p:clrMapOvr>
    <a:masterClrMapping/>
  </p:clrMapOvr>
</p:sld>
</file>

<file path=ppt/theme/theme1.xml><?xml version="1.0" encoding="utf-8"?>
<a:theme xmlns:a="http://schemas.openxmlformats.org/drawingml/2006/main" name="L_Ekspresis_PPT_pamatne">
  <a:themeElements>
    <a:clrScheme name="Custom 6">
      <a:dk1>
        <a:srgbClr val="005551"/>
      </a:dk1>
      <a:lt1>
        <a:srgbClr val="FFFFFF"/>
      </a:lt1>
      <a:dk2>
        <a:srgbClr val="005551"/>
      </a:dk2>
      <a:lt2>
        <a:srgbClr val="FFFFFF"/>
      </a:lt2>
      <a:accent1>
        <a:srgbClr val="005551"/>
      </a:accent1>
      <a:accent2>
        <a:srgbClr val="BDCF3C"/>
      </a:accent2>
      <a:accent3>
        <a:srgbClr val="B72E91"/>
      </a:accent3>
      <a:accent4>
        <a:srgbClr val="27C4A6"/>
      </a:accent4>
      <a:accent5>
        <a:srgbClr val="FFC832"/>
      </a:accent5>
      <a:accent6>
        <a:srgbClr val="00B9F1"/>
      </a:accent6>
      <a:hlink>
        <a:srgbClr val="8B5BA4"/>
      </a:hlink>
      <a:folHlink>
        <a:srgbClr val="BFBFB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L_Ekspresis_PPT_pamatne.potx</Template>
  <TotalTime>3</TotalTime>
  <Words>2246</Words>
  <Application>Microsoft Office PowerPoint</Application>
  <PresentationFormat>Экран (4:3)</PresentationFormat>
  <Paragraphs>359</Paragraphs>
  <Slides>42</Slides>
  <Notes>9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42</vt:i4>
      </vt:variant>
    </vt:vector>
  </HeadingPairs>
  <TitlesOfParts>
    <vt:vector size="43" baseType="lpstr">
      <vt:lpstr>L_Ekspresis_PPT_pamatne</vt:lpstr>
      <vt:lpstr>Презентация PowerPoint</vt:lpstr>
      <vt:lpstr>Contents</vt:lpstr>
      <vt:lpstr>Thesis submission</vt:lpstr>
      <vt:lpstr>Thesis submission steps</vt:lpstr>
      <vt:lpstr>Thesis submission steps</vt:lpstr>
      <vt:lpstr>Thesis submission steps</vt:lpstr>
      <vt:lpstr>Thesis submission steps</vt:lpstr>
      <vt:lpstr>Thesis submission steps</vt:lpstr>
      <vt:lpstr>Thesis submission steps</vt:lpstr>
      <vt:lpstr>Defence procedure</vt:lpstr>
      <vt:lpstr>Defence procedure 1/2</vt:lpstr>
      <vt:lpstr>Defence procedure 2/2</vt:lpstr>
      <vt:lpstr>Bachelor thesis evaluation</vt:lpstr>
      <vt:lpstr>When evaluating a bachelor thesis, it is taken into account</vt:lpstr>
      <vt:lpstr>When evaluating presentation skills, the following is taken into account:</vt:lpstr>
      <vt:lpstr>Structure of the thesis presentation</vt:lpstr>
      <vt:lpstr>Preparing for the defence</vt:lpstr>
      <vt:lpstr>Structure of the thesis presentation 1/2</vt:lpstr>
      <vt:lpstr>Structure of the thesis presentation 2/2</vt:lpstr>
      <vt:lpstr>Title slide and content slide</vt:lpstr>
      <vt:lpstr>Topicality slide, aim and tasks slide </vt:lpstr>
      <vt:lpstr>Slides of work done and results</vt:lpstr>
      <vt:lpstr>A conclusion slide</vt:lpstr>
      <vt:lpstr>A further work slide</vt:lpstr>
      <vt:lpstr>A final slide</vt:lpstr>
      <vt:lpstr>Presentation preparation tips</vt:lpstr>
      <vt:lpstr>Presentation preparation tips: general 1/2</vt:lpstr>
      <vt:lpstr>Presentation preparation tips: general 2/2</vt:lpstr>
      <vt:lpstr>Presentation preparation tips: fonts 1/2</vt:lpstr>
      <vt:lpstr>Presentation preparation tips: fonts 2/2</vt:lpstr>
      <vt:lpstr>Presentation preparation tips: bullets</vt:lpstr>
      <vt:lpstr>Presentation preparation tips: figures</vt:lpstr>
      <vt:lpstr>Presentation preparation tips: colours</vt:lpstr>
      <vt:lpstr>Speech preparation tips</vt:lpstr>
      <vt:lpstr>Speech preparation tips 1/2</vt:lpstr>
      <vt:lpstr>Speech preparation tips 2/2</vt:lpstr>
      <vt:lpstr>Behaviour during defense</vt:lpstr>
      <vt:lpstr>Behaviour during defence 1/2</vt:lpstr>
      <vt:lpstr>Behaviour during defence 2/2</vt:lpstr>
      <vt:lpstr>Answering to questions </vt:lpstr>
      <vt:lpstr>Conclusion</vt:lpstr>
      <vt:lpstr>Презентация PowerPoint</vt:lpstr>
    </vt:vector>
  </TitlesOfParts>
  <Company>ESM Group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JZ</dc:creator>
  <cp:lastModifiedBy>RePack by Diakov</cp:lastModifiedBy>
  <cp:revision>233</cp:revision>
  <dcterms:created xsi:type="dcterms:W3CDTF">2015-01-14T08:45:22Z</dcterms:created>
  <dcterms:modified xsi:type="dcterms:W3CDTF">2021-12-15T08:59:49Z</dcterms:modified>
</cp:coreProperties>
</file>